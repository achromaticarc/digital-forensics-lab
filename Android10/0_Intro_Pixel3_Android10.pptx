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344" r:id="rId3"/>
    <p:sldId id="352" r:id="rId4"/>
    <p:sldId id="346" r:id="rId5"/>
    <p:sldId id="268" r:id="rId6"/>
    <p:sldId id="261" r:id="rId7"/>
    <p:sldId id="340" r:id="rId8"/>
    <p:sldId id="274" r:id="rId9"/>
    <p:sldId id="336" r:id="rId10"/>
    <p:sldId id="289" r:id="rId11"/>
    <p:sldId id="290" r:id="rId12"/>
    <p:sldId id="262" r:id="rId13"/>
    <p:sldId id="263" r:id="rId14"/>
    <p:sldId id="278" r:id="rId15"/>
    <p:sldId id="334" r:id="rId16"/>
    <p:sldId id="347" r:id="rId17"/>
    <p:sldId id="335" r:id="rId18"/>
    <p:sldId id="316" r:id="rId19"/>
    <p:sldId id="276" r:id="rId20"/>
    <p:sldId id="337" r:id="rId21"/>
    <p:sldId id="345" r:id="rId22"/>
    <p:sldId id="348" r:id="rId23"/>
    <p:sldId id="265" r:id="rId24"/>
    <p:sldId id="324" r:id="rId25"/>
    <p:sldId id="325" r:id="rId26"/>
    <p:sldId id="326" r:id="rId27"/>
    <p:sldId id="266" r:id="rId28"/>
    <p:sldId id="327" r:id="rId29"/>
    <p:sldId id="329" r:id="rId30"/>
    <p:sldId id="267" r:id="rId31"/>
    <p:sldId id="328" r:id="rId32"/>
    <p:sldId id="277" r:id="rId33"/>
    <p:sldId id="349" r:id="rId34"/>
    <p:sldId id="351" r:id="rId35"/>
    <p:sldId id="350" r:id="rId36"/>
    <p:sldId id="343" r:id="rId37"/>
    <p:sldId id="353" r:id="rId38"/>
    <p:sldId id="354" r:id="rId39"/>
    <p:sldId id="355" r:id="rId40"/>
    <p:sldId id="356" r:id="rId41"/>
    <p:sldId id="269" r:id="rId42"/>
    <p:sldId id="270" r:id="rId43"/>
    <p:sldId id="271"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D5B"/>
    <a:srgbClr val="5170FF"/>
    <a:srgbClr val="B75FE7"/>
    <a:srgbClr val="FFBC49"/>
    <a:srgbClr val="D9D9D9"/>
    <a:srgbClr val="AEAEAE"/>
    <a:srgbClr val="AB51D6"/>
    <a:srgbClr val="FF9A00"/>
    <a:srgbClr val="D81E00"/>
    <a:srgbClr val="00AA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4BCD8E-C8FA-432A-9E5F-87C2BFF6D5EC}" v="26" dt="2026-09-09T14:04:43.90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90650" autoAdjust="0"/>
  </p:normalViewPr>
  <p:slideViewPr>
    <p:cSldViewPr snapToGrid="0">
      <p:cViewPr varScale="1">
        <p:scale>
          <a:sx n="94" d="100"/>
          <a:sy n="94" d="100"/>
        </p:scale>
        <p:origin x="130" y="4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ifeng Xu" userId="e7aed605-a3dd-4d5a-a692-a87037af107b" providerId="ADAL" clId="{F99F8FFF-BA20-43EA-924B-4DF5D2A785F3}"/>
    <pc:docChg chg="undo custSel addSld delSld modSld sldOrd">
      <pc:chgData name="Weifeng Xu" userId="e7aed605-a3dd-4d5a-a692-a87037af107b" providerId="ADAL" clId="{F99F8FFF-BA20-43EA-924B-4DF5D2A785F3}" dt="2026-09-10T00:43:43.619" v="1276" actId="20577"/>
      <pc:docMkLst>
        <pc:docMk/>
      </pc:docMkLst>
      <pc:sldChg chg="modSp mod">
        <pc:chgData name="Weifeng Xu" userId="e7aed605-a3dd-4d5a-a692-a87037af107b" providerId="ADAL" clId="{F99F8FFF-BA20-43EA-924B-4DF5D2A785F3}" dt="2026-09-09T00:36:37.435" v="604" actId="20577"/>
        <pc:sldMkLst>
          <pc:docMk/>
          <pc:sldMk cId="1323245308" sldId="256"/>
        </pc:sldMkLst>
        <pc:spChg chg="mod">
          <ac:chgData name="Weifeng Xu" userId="e7aed605-a3dd-4d5a-a692-a87037af107b" providerId="ADAL" clId="{F99F8FFF-BA20-43EA-924B-4DF5D2A785F3}" dt="2026-09-09T00:36:37.435" v="604" actId="20577"/>
          <ac:spMkLst>
            <pc:docMk/>
            <pc:sldMk cId="1323245308" sldId="256"/>
            <ac:spMk id="2" creationId="{B476BAF9-88AC-4600-B511-347782B9C875}"/>
          </ac:spMkLst>
        </pc:spChg>
      </pc:sldChg>
      <pc:sldChg chg="modSp mod">
        <pc:chgData name="Weifeng Xu" userId="e7aed605-a3dd-4d5a-a692-a87037af107b" providerId="ADAL" clId="{F99F8FFF-BA20-43EA-924B-4DF5D2A785F3}" dt="2026-09-09T01:06:07.757" v="730" actId="14100"/>
        <pc:sldMkLst>
          <pc:docMk/>
          <pc:sldMk cId="1539245675" sldId="261"/>
        </pc:sldMkLst>
        <pc:spChg chg="mod">
          <ac:chgData name="Weifeng Xu" userId="e7aed605-a3dd-4d5a-a692-a87037af107b" providerId="ADAL" clId="{F99F8FFF-BA20-43EA-924B-4DF5D2A785F3}" dt="2026-09-09T01:06:01.945" v="729" actId="20577"/>
          <ac:spMkLst>
            <pc:docMk/>
            <pc:sldMk cId="1539245675" sldId="261"/>
            <ac:spMk id="3" creationId="{1758C131-B507-4FCE-8AD3-5975E4336EB0}"/>
          </ac:spMkLst>
        </pc:spChg>
        <pc:picChg chg="mod">
          <ac:chgData name="Weifeng Xu" userId="e7aed605-a3dd-4d5a-a692-a87037af107b" providerId="ADAL" clId="{F99F8FFF-BA20-43EA-924B-4DF5D2A785F3}" dt="2026-09-09T01:06:07.757" v="730" actId="14100"/>
          <ac:picMkLst>
            <pc:docMk/>
            <pc:sldMk cId="1539245675" sldId="261"/>
            <ac:picMk id="1026" creationId="{F823670D-632E-486F-B4FA-2B4B3A300AEB}"/>
          </ac:picMkLst>
        </pc:picChg>
      </pc:sldChg>
      <pc:sldChg chg="modSp add del mod">
        <pc:chgData name="Weifeng Xu" userId="e7aed605-a3dd-4d5a-a692-a87037af107b" providerId="ADAL" clId="{F99F8FFF-BA20-43EA-924B-4DF5D2A785F3}" dt="2026-09-10T00:20:30.990" v="1213" actId="47"/>
        <pc:sldMkLst>
          <pc:docMk/>
          <pc:sldMk cId="1151958853" sldId="269"/>
        </pc:sldMkLst>
        <pc:spChg chg="mod">
          <ac:chgData name="Weifeng Xu" userId="e7aed605-a3dd-4d5a-a692-a87037af107b" providerId="ADAL" clId="{F99F8FFF-BA20-43EA-924B-4DF5D2A785F3}" dt="2026-09-09T14:17:03.492" v="1203" actId="20577"/>
          <ac:spMkLst>
            <pc:docMk/>
            <pc:sldMk cId="1151958853" sldId="269"/>
            <ac:spMk id="4" creationId="{39DA6231-6EE4-4B4C-AD8B-E8EF9D7862EB}"/>
          </ac:spMkLst>
        </pc:spChg>
      </pc:sldChg>
      <pc:sldChg chg="add del">
        <pc:chgData name="Weifeng Xu" userId="e7aed605-a3dd-4d5a-a692-a87037af107b" providerId="ADAL" clId="{F99F8FFF-BA20-43EA-924B-4DF5D2A785F3}" dt="2026-09-10T00:20:29.197" v="1212" actId="47"/>
        <pc:sldMkLst>
          <pc:docMk/>
          <pc:sldMk cId="2256375109" sldId="270"/>
        </pc:sldMkLst>
      </pc:sldChg>
      <pc:sldChg chg="add del">
        <pc:chgData name="Weifeng Xu" userId="e7aed605-a3dd-4d5a-a692-a87037af107b" providerId="ADAL" clId="{F99F8FFF-BA20-43EA-924B-4DF5D2A785F3}" dt="2026-09-10T00:20:28.639" v="1211" actId="47"/>
        <pc:sldMkLst>
          <pc:docMk/>
          <pc:sldMk cId="1000008397" sldId="271"/>
        </pc:sldMkLst>
      </pc:sldChg>
      <pc:sldChg chg="del">
        <pc:chgData name="Weifeng Xu" userId="e7aed605-a3dd-4d5a-a692-a87037af107b" providerId="ADAL" clId="{F99F8FFF-BA20-43EA-924B-4DF5D2A785F3}" dt="2026-09-09T02:41:03.683" v="909" actId="47"/>
        <pc:sldMkLst>
          <pc:docMk/>
          <pc:sldMk cId="3702491373" sldId="272"/>
        </pc:sldMkLst>
      </pc:sldChg>
      <pc:sldChg chg="addSp delSp modSp mod modClrScheme chgLayout">
        <pc:chgData name="Weifeng Xu" userId="e7aed605-a3dd-4d5a-a692-a87037af107b" providerId="ADAL" clId="{F99F8FFF-BA20-43EA-924B-4DF5D2A785F3}" dt="2026-09-09T01:01:59.752" v="680" actId="1076"/>
        <pc:sldMkLst>
          <pc:docMk/>
          <pc:sldMk cId="3090718351" sldId="274"/>
        </pc:sldMkLst>
        <pc:spChg chg="del mod">
          <ac:chgData name="Weifeng Xu" userId="e7aed605-a3dd-4d5a-a692-a87037af107b" providerId="ADAL" clId="{F99F8FFF-BA20-43EA-924B-4DF5D2A785F3}" dt="2026-09-09T01:01:03.696" v="671" actId="700"/>
          <ac:spMkLst>
            <pc:docMk/>
            <pc:sldMk cId="3090718351" sldId="274"/>
            <ac:spMk id="2" creationId="{64A00368-7668-4ACF-A3A5-C84A448058FA}"/>
          </ac:spMkLst>
        </pc:spChg>
        <pc:spChg chg="mod">
          <ac:chgData name="Weifeng Xu" userId="e7aed605-a3dd-4d5a-a692-a87037af107b" providerId="ADAL" clId="{F99F8FFF-BA20-43EA-924B-4DF5D2A785F3}" dt="2026-09-09T01:01:31.549" v="677" actId="1076"/>
          <ac:spMkLst>
            <pc:docMk/>
            <pc:sldMk cId="3090718351" sldId="274"/>
            <ac:spMk id="3" creationId="{6EB16587-E4C8-96E6-85CC-C1E77CF5CC8E}"/>
          </ac:spMkLst>
        </pc:spChg>
        <pc:spChg chg="mod">
          <ac:chgData name="Weifeng Xu" userId="e7aed605-a3dd-4d5a-a692-a87037af107b" providerId="ADAL" clId="{F99F8FFF-BA20-43EA-924B-4DF5D2A785F3}" dt="2026-09-09T01:01:31.549" v="677" actId="1076"/>
          <ac:spMkLst>
            <pc:docMk/>
            <pc:sldMk cId="3090718351" sldId="274"/>
            <ac:spMk id="4" creationId="{F0B09B34-CD6C-0D90-B19E-9212DC39AE73}"/>
          </ac:spMkLst>
        </pc:spChg>
        <pc:spChg chg="mod">
          <ac:chgData name="Weifeng Xu" userId="e7aed605-a3dd-4d5a-a692-a87037af107b" providerId="ADAL" clId="{F99F8FFF-BA20-43EA-924B-4DF5D2A785F3}" dt="2026-09-09T01:01:59.752" v="680" actId="1076"/>
          <ac:spMkLst>
            <pc:docMk/>
            <pc:sldMk cId="3090718351" sldId="274"/>
            <ac:spMk id="8" creationId="{96A75FC5-0C25-6667-9A17-BAFA4FD7261F}"/>
          </ac:spMkLst>
        </pc:spChg>
        <pc:spChg chg="mod">
          <ac:chgData name="Weifeng Xu" userId="e7aed605-a3dd-4d5a-a692-a87037af107b" providerId="ADAL" clId="{F99F8FFF-BA20-43EA-924B-4DF5D2A785F3}" dt="2026-09-09T01:01:55.655" v="679" actId="14100"/>
          <ac:spMkLst>
            <pc:docMk/>
            <pc:sldMk cId="3090718351" sldId="274"/>
            <ac:spMk id="9" creationId="{A6F2B0CC-65D3-32B7-DDD4-11EED82629AE}"/>
          </ac:spMkLst>
        </pc:spChg>
        <pc:picChg chg="add mod ord">
          <ac:chgData name="Weifeng Xu" userId="e7aed605-a3dd-4d5a-a692-a87037af107b" providerId="ADAL" clId="{F99F8FFF-BA20-43EA-924B-4DF5D2A785F3}" dt="2026-09-09T01:01:15.825" v="676" actId="1076"/>
          <ac:picMkLst>
            <pc:docMk/>
            <pc:sldMk cId="3090718351" sldId="274"/>
            <ac:picMk id="7" creationId="{0A04E6B7-5A40-1E7E-4E7C-4A605BBF748E}"/>
          </ac:picMkLst>
        </pc:picChg>
        <pc:picChg chg="del">
          <ac:chgData name="Weifeng Xu" userId="e7aed605-a3dd-4d5a-a692-a87037af107b" providerId="ADAL" clId="{F99F8FFF-BA20-43EA-924B-4DF5D2A785F3}" dt="2026-09-09T01:00:50.463" v="667" actId="478"/>
          <ac:picMkLst>
            <pc:docMk/>
            <pc:sldMk cId="3090718351" sldId="274"/>
            <ac:picMk id="8194" creationId="{23412323-7C6D-461B-A58B-FE367B6AF30B}"/>
          </ac:picMkLst>
        </pc:picChg>
        <pc:cxnChg chg="mod">
          <ac:chgData name="Weifeng Xu" userId="e7aed605-a3dd-4d5a-a692-a87037af107b" providerId="ADAL" clId="{F99F8FFF-BA20-43EA-924B-4DF5D2A785F3}" dt="2026-09-09T01:01:31.549" v="677" actId="1076"/>
          <ac:cxnSpMkLst>
            <pc:docMk/>
            <pc:sldMk cId="3090718351" sldId="274"/>
            <ac:cxnSpMk id="6" creationId="{10A027DA-8063-4E40-98ED-F588F713769E}"/>
          </ac:cxnSpMkLst>
        </pc:cxnChg>
        <pc:cxnChg chg="mod">
          <ac:chgData name="Weifeng Xu" userId="e7aed605-a3dd-4d5a-a692-a87037af107b" providerId="ADAL" clId="{F99F8FFF-BA20-43EA-924B-4DF5D2A785F3}" dt="2026-09-09T01:01:59.752" v="680" actId="1076"/>
          <ac:cxnSpMkLst>
            <pc:docMk/>
            <pc:sldMk cId="3090718351" sldId="274"/>
            <ac:cxnSpMk id="11" creationId="{C437E0B2-56C0-5B18-1F02-079F7B6FD131}"/>
          </ac:cxnSpMkLst>
        </pc:cxnChg>
      </pc:sldChg>
      <pc:sldChg chg="del">
        <pc:chgData name="Weifeng Xu" userId="e7aed605-a3dd-4d5a-a692-a87037af107b" providerId="ADAL" clId="{F99F8FFF-BA20-43EA-924B-4DF5D2A785F3}" dt="2026-09-09T01:06:20.343" v="731" actId="47"/>
        <pc:sldMkLst>
          <pc:docMk/>
          <pc:sldMk cId="3821000861" sldId="275"/>
        </pc:sldMkLst>
      </pc:sldChg>
      <pc:sldChg chg="modSp mod">
        <pc:chgData name="Weifeng Xu" userId="e7aed605-a3dd-4d5a-a692-a87037af107b" providerId="ADAL" clId="{F99F8FFF-BA20-43EA-924B-4DF5D2A785F3}" dt="2026-09-09T14:17:15.876" v="1207" actId="20577"/>
        <pc:sldMkLst>
          <pc:docMk/>
          <pc:sldMk cId="4164042851" sldId="277"/>
        </pc:sldMkLst>
        <pc:spChg chg="mod">
          <ac:chgData name="Weifeng Xu" userId="e7aed605-a3dd-4d5a-a692-a87037af107b" providerId="ADAL" clId="{F99F8FFF-BA20-43EA-924B-4DF5D2A785F3}" dt="2026-09-09T14:17:15.876" v="1207" actId="20577"/>
          <ac:spMkLst>
            <pc:docMk/>
            <pc:sldMk cId="4164042851" sldId="277"/>
            <ac:spMk id="3" creationId="{7E86E65C-7ED2-4C16-B78C-618F018A4D33}"/>
          </ac:spMkLst>
        </pc:spChg>
      </pc:sldChg>
      <pc:sldChg chg="del">
        <pc:chgData name="Weifeng Xu" userId="e7aed605-a3dd-4d5a-a692-a87037af107b" providerId="ADAL" clId="{F99F8FFF-BA20-43EA-924B-4DF5D2A785F3}" dt="2026-09-09T02:44:34.918" v="913" actId="47"/>
        <pc:sldMkLst>
          <pc:docMk/>
          <pc:sldMk cId="2351248153" sldId="279"/>
        </pc:sldMkLst>
      </pc:sldChg>
      <pc:sldChg chg="addSp delSp modSp mod modClrScheme chgLayout">
        <pc:chgData name="Weifeng Xu" userId="e7aed605-a3dd-4d5a-a692-a87037af107b" providerId="ADAL" clId="{F99F8FFF-BA20-43EA-924B-4DF5D2A785F3}" dt="2026-09-09T00:52:34.002" v="665" actId="1076"/>
        <pc:sldMkLst>
          <pc:docMk/>
          <pc:sldMk cId="4015681537" sldId="316"/>
        </pc:sldMkLst>
        <pc:spChg chg="mod ord">
          <ac:chgData name="Weifeng Xu" userId="e7aed605-a3dd-4d5a-a692-a87037af107b" providerId="ADAL" clId="{F99F8FFF-BA20-43EA-924B-4DF5D2A785F3}" dt="2026-09-09T00:50:16.958" v="609" actId="700"/>
          <ac:spMkLst>
            <pc:docMk/>
            <pc:sldMk cId="4015681537" sldId="316"/>
            <ac:spMk id="2" creationId="{1E7AD1DD-41C5-49D1-9394-E933EE31404D}"/>
          </ac:spMkLst>
        </pc:spChg>
        <pc:spChg chg="del">
          <ac:chgData name="Weifeng Xu" userId="e7aed605-a3dd-4d5a-a692-a87037af107b" providerId="ADAL" clId="{F99F8FFF-BA20-43EA-924B-4DF5D2A785F3}" dt="2026-09-09T00:50:12.111" v="608" actId="478"/>
          <ac:spMkLst>
            <pc:docMk/>
            <pc:sldMk cId="4015681537" sldId="316"/>
            <ac:spMk id="3" creationId="{B51AA8A5-F9F9-4D9E-8702-6E0F84B1E989}"/>
          </ac:spMkLst>
        </pc:spChg>
        <pc:spChg chg="del">
          <ac:chgData name="Weifeng Xu" userId="e7aed605-a3dd-4d5a-a692-a87037af107b" providerId="ADAL" clId="{F99F8FFF-BA20-43EA-924B-4DF5D2A785F3}" dt="2026-09-09T00:44:36.134" v="605" actId="478"/>
          <ac:spMkLst>
            <pc:docMk/>
            <pc:sldMk cId="4015681537" sldId="316"/>
            <ac:spMk id="4" creationId="{6EBF047C-B7C7-4EF7-B92E-6590BBA5F433}"/>
          </ac:spMkLst>
        </pc:spChg>
        <pc:spChg chg="del">
          <ac:chgData name="Weifeng Xu" userId="e7aed605-a3dd-4d5a-a692-a87037af107b" providerId="ADAL" clId="{F99F8FFF-BA20-43EA-924B-4DF5D2A785F3}" dt="2026-09-09T00:44:36.134" v="605" actId="478"/>
          <ac:spMkLst>
            <pc:docMk/>
            <pc:sldMk cId="4015681537" sldId="316"/>
            <ac:spMk id="6" creationId="{3A18E43F-C7B6-451F-AA00-236143E13747}"/>
          </ac:spMkLst>
        </pc:spChg>
        <pc:spChg chg="add del mod">
          <ac:chgData name="Weifeng Xu" userId="e7aed605-a3dd-4d5a-a692-a87037af107b" providerId="ADAL" clId="{F99F8FFF-BA20-43EA-924B-4DF5D2A785F3}" dt="2026-09-09T00:50:16.958" v="609" actId="700"/>
          <ac:spMkLst>
            <pc:docMk/>
            <pc:sldMk cId="4015681537" sldId="316"/>
            <ac:spMk id="8" creationId="{51839B3E-C8B7-38AE-6AF3-8CF93563AD14}"/>
          </ac:spMkLst>
        </pc:spChg>
        <pc:spChg chg="mod">
          <ac:chgData name="Weifeng Xu" userId="e7aed605-a3dd-4d5a-a692-a87037af107b" providerId="ADAL" clId="{F99F8FFF-BA20-43EA-924B-4DF5D2A785F3}" dt="2026-09-09T00:52:34.002" v="665" actId="1076"/>
          <ac:spMkLst>
            <pc:docMk/>
            <pc:sldMk cId="4015681537" sldId="316"/>
            <ac:spMk id="12" creationId="{EF694B5B-E19C-66E6-BAF9-CF6D9F55BE31}"/>
          </ac:spMkLst>
        </pc:spChg>
        <pc:spChg chg="del">
          <ac:chgData name="Weifeng Xu" userId="e7aed605-a3dd-4d5a-a692-a87037af107b" providerId="ADAL" clId="{F99F8FFF-BA20-43EA-924B-4DF5D2A785F3}" dt="2026-09-09T00:44:36.134" v="605" actId="478"/>
          <ac:spMkLst>
            <pc:docMk/>
            <pc:sldMk cId="4015681537" sldId="316"/>
            <ac:spMk id="13" creationId="{52BC6142-51AA-42C1-B901-D90A9A132502}"/>
          </ac:spMkLst>
        </pc:spChg>
        <pc:spChg chg="del">
          <ac:chgData name="Weifeng Xu" userId="e7aed605-a3dd-4d5a-a692-a87037af107b" providerId="ADAL" clId="{F99F8FFF-BA20-43EA-924B-4DF5D2A785F3}" dt="2026-09-09T00:44:36.134" v="605" actId="478"/>
          <ac:spMkLst>
            <pc:docMk/>
            <pc:sldMk cId="4015681537" sldId="316"/>
            <ac:spMk id="14" creationId="{52117774-F6FD-49B0-8E0A-3204BC1AC29F}"/>
          </ac:spMkLst>
        </pc:spChg>
        <pc:spChg chg="del">
          <ac:chgData name="Weifeng Xu" userId="e7aed605-a3dd-4d5a-a692-a87037af107b" providerId="ADAL" clId="{F99F8FFF-BA20-43EA-924B-4DF5D2A785F3}" dt="2026-09-09T00:44:36.134" v="605" actId="478"/>
          <ac:spMkLst>
            <pc:docMk/>
            <pc:sldMk cId="4015681537" sldId="316"/>
            <ac:spMk id="17" creationId="{A14F4EA9-E13C-43CB-A3C7-A60B57C4FD01}"/>
          </ac:spMkLst>
        </pc:spChg>
        <pc:spChg chg="mod">
          <ac:chgData name="Weifeng Xu" userId="e7aed605-a3dd-4d5a-a692-a87037af107b" providerId="ADAL" clId="{F99F8FFF-BA20-43EA-924B-4DF5D2A785F3}" dt="2026-09-09T00:51:40.066" v="647" actId="1076"/>
          <ac:spMkLst>
            <pc:docMk/>
            <pc:sldMk cId="4015681537" sldId="316"/>
            <ac:spMk id="19" creationId="{372BB64E-A132-F2A2-AA72-2AAA95C6F2B3}"/>
          </ac:spMkLst>
        </pc:spChg>
        <pc:spChg chg="del">
          <ac:chgData name="Weifeng Xu" userId="e7aed605-a3dd-4d5a-a692-a87037af107b" providerId="ADAL" clId="{F99F8FFF-BA20-43EA-924B-4DF5D2A785F3}" dt="2026-09-09T00:44:36.134" v="605" actId="478"/>
          <ac:spMkLst>
            <pc:docMk/>
            <pc:sldMk cId="4015681537" sldId="316"/>
            <ac:spMk id="22" creationId="{76881352-8445-4ED8-A0B1-6BA8C2162127}"/>
          </ac:spMkLst>
        </pc:spChg>
        <pc:spChg chg="add mod">
          <ac:chgData name="Weifeng Xu" userId="e7aed605-a3dd-4d5a-a692-a87037af107b" providerId="ADAL" clId="{F99F8FFF-BA20-43EA-924B-4DF5D2A785F3}" dt="2026-09-09T00:51:36.606" v="646" actId="14100"/>
          <ac:spMkLst>
            <pc:docMk/>
            <pc:sldMk cId="4015681537" sldId="316"/>
            <ac:spMk id="23" creationId="{97330ED8-F2A2-0260-F358-EC763BA52AA4}"/>
          </ac:spMkLst>
        </pc:spChg>
        <pc:spChg chg="del">
          <ac:chgData name="Weifeng Xu" userId="e7aed605-a3dd-4d5a-a692-a87037af107b" providerId="ADAL" clId="{F99F8FFF-BA20-43EA-924B-4DF5D2A785F3}" dt="2026-09-09T00:44:36.134" v="605" actId="478"/>
          <ac:spMkLst>
            <pc:docMk/>
            <pc:sldMk cId="4015681537" sldId="316"/>
            <ac:spMk id="25" creationId="{150B627A-6784-4127-8206-2747DAA82FFD}"/>
          </ac:spMkLst>
        </pc:spChg>
        <pc:spChg chg="del">
          <ac:chgData name="Weifeng Xu" userId="e7aed605-a3dd-4d5a-a692-a87037af107b" providerId="ADAL" clId="{F99F8FFF-BA20-43EA-924B-4DF5D2A785F3}" dt="2026-09-09T00:44:42.894" v="606" actId="478"/>
          <ac:spMkLst>
            <pc:docMk/>
            <pc:sldMk cId="4015681537" sldId="316"/>
            <ac:spMk id="26" creationId="{29702971-FBAE-4976-8484-7E32DB8B9C1F}"/>
          </ac:spMkLst>
        </pc:spChg>
        <pc:spChg chg="del">
          <ac:chgData name="Weifeng Xu" userId="e7aed605-a3dd-4d5a-a692-a87037af107b" providerId="ADAL" clId="{F99F8FFF-BA20-43EA-924B-4DF5D2A785F3}" dt="2026-09-09T00:44:36.134" v="605" actId="478"/>
          <ac:spMkLst>
            <pc:docMk/>
            <pc:sldMk cId="4015681537" sldId="316"/>
            <ac:spMk id="27" creationId="{F3D8E559-362E-4CB3-A686-D9027D55AEFA}"/>
          </ac:spMkLst>
        </pc:spChg>
        <pc:spChg chg="mod">
          <ac:chgData name="Weifeng Xu" userId="e7aed605-a3dd-4d5a-a692-a87037af107b" providerId="ADAL" clId="{F99F8FFF-BA20-43EA-924B-4DF5D2A785F3}" dt="2026-09-09T00:51:31.852" v="645" actId="1036"/>
          <ac:spMkLst>
            <pc:docMk/>
            <pc:sldMk cId="4015681537" sldId="316"/>
            <ac:spMk id="28" creationId="{EDDA60B7-5312-CABA-B50C-22E20A379788}"/>
          </ac:spMkLst>
        </pc:spChg>
        <pc:spChg chg="del">
          <ac:chgData name="Weifeng Xu" userId="e7aed605-a3dd-4d5a-a692-a87037af107b" providerId="ADAL" clId="{F99F8FFF-BA20-43EA-924B-4DF5D2A785F3}" dt="2026-09-09T00:44:36.134" v="605" actId="478"/>
          <ac:spMkLst>
            <pc:docMk/>
            <pc:sldMk cId="4015681537" sldId="316"/>
            <ac:spMk id="31" creationId="{F3DF8715-2A39-4FDD-8DF3-9C4E21D51C1D}"/>
          </ac:spMkLst>
        </pc:spChg>
        <pc:spChg chg="mod">
          <ac:chgData name="Weifeng Xu" userId="e7aed605-a3dd-4d5a-a692-a87037af107b" providerId="ADAL" clId="{F99F8FFF-BA20-43EA-924B-4DF5D2A785F3}" dt="2026-09-09T00:51:31.852" v="645" actId="1036"/>
          <ac:spMkLst>
            <pc:docMk/>
            <pc:sldMk cId="4015681537" sldId="316"/>
            <ac:spMk id="32" creationId="{E6575C76-CA99-930E-C55A-4F3DB29EE59C}"/>
          </ac:spMkLst>
        </pc:spChg>
        <pc:spChg chg="del">
          <ac:chgData name="Weifeng Xu" userId="e7aed605-a3dd-4d5a-a692-a87037af107b" providerId="ADAL" clId="{F99F8FFF-BA20-43EA-924B-4DF5D2A785F3}" dt="2026-09-09T00:44:45.675" v="607" actId="478"/>
          <ac:spMkLst>
            <pc:docMk/>
            <pc:sldMk cId="4015681537" sldId="316"/>
            <ac:spMk id="33" creationId="{AC70E301-5646-49A1-B169-88D0E406C090}"/>
          </ac:spMkLst>
        </pc:spChg>
        <pc:spChg chg="del">
          <ac:chgData name="Weifeng Xu" userId="e7aed605-a3dd-4d5a-a692-a87037af107b" providerId="ADAL" clId="{F99F8FFF-BA20-43EA-924B-4DF5D2A785F3}" dt="2026-09-09T00:44:36.134" v="605" actId="478"/>
          <ac:spMkLst>
            <pc:docMk/>
            <pc:sldMk cId="4015681537" sldId="316"/>
            <ac:spMk id="35" creationId="{138C6A3F-F150-4357-80FA-91AA00079150}"/>
          </ac:spMkLst>
        </pc:spChg>
        <pc:spChg chg="add mod">
          <ac:chgData name="Weifeng Xu" userId="e7aed605-a3dd-4d5a-a692-a87037af107b" providerId="ADAL" clId="{F99F8FFF-BA20-43EA-924B-4DF5D2A785F3}" dt="2026-09-09T00:51:31.852" v="645" actId="1036"/>
          <ac:spMkLst>
            <pc:docMk/>
            <pc:sldMk cId="4015681537" sldId="316"/>
            <ac:spMk id="36" creationId="{430379E6-18AE-70E8-4A07-816079188C7C}"/>
          </ac:spMkLst>
        </pc:spChg>
        <pc:spChg chg="mod">
          <ac:chgData name="Weifeng Xu" userId="e7aed605-a3dd-4d5a-a692-a87037af107b" providerId="ADAL" clId="{F99F8FFF-BA20-43EA-924B-4DF5D2A785F3}" dt="2026-09-09T00:51:31.852" v="645" actId="1036"/>
          <ac:spMkLst>
            <pc:docMk/>
            <pc:sldMk cId="4015681537" sldId="316"/>
            <ac:spMk id="38" creationId="{22407877-D96D-3892-C39E-6AF9892713F3}"/>
          </ac:spMkLst>
        </pc:spChg>
        <pc:spChg chg="mod">
          <ac:chgData name="Weifeng Xu" userId="e7aed605-a3dd-4d5a-a692-a87037af107b" providerId="ADAL" clId="{F99F8FFF-BA20-43EA-924B-4DF5D2A785F3}" dt="2026-09-09T00:51:31.852" v="645" actId="1036"/>
          <ac:spMkLst>
            <pc:docMk/>
            <pc:sldMk cId="4015681537" sldId="316"/>
            <ac:spMk id="40" creationId="{F147CCC2-BF1A-5F5E-275C-3F531CB69B77}"/>
          </ac:spMkLst>
        </pc:spChg>
        <pc:spChg chg="mod">
          <ac:chgData name="Weifeng Xu" userId="e7aed605-a3dd-4d5a-a692-a87037af107b" providerId="ADAL" clId="{F99F8FFF-BA20-43EA-924B-4DF5D2A785F3}" dt="2026-09-09T00:51:31.852" v="645" actId="1036"/>
          <ac:spMkLst>
            <pc:docMk/>
            <pc:sldMk cId="4015681537" sldId="316"/>
            <ac:spMk id="42" creationId="{C01059D6-F0D8-BE63-C100-B78EDC7F6B9C}"/>
          </ac:spMkLst>
        </pc:spChg>
        <pc:spChg chg="mod">
          <ac:chgData name="Weifeng Xu" userId="e7aed605-a3dd-4d5a-a692-a87037af107b" providerId="ADAL" clId="{F99F8FFF-BA20-43EA-924B-4DF5D2A785F3}" dt="2026-09-09T00:51:31.852" v="645" actId="1036"/>
          <ac:spMkLst>
            <pc:docMk/>
            <pc:sldMk cId="4015681537" sldId="316"/>
            <ac:spMk id="44" creationId="{53BA3EA1-4B68-965A-D92C-0B94BCB0FA98}"/>
          </ac:spMkLst>
        </pc:spChg>
        <pc:spChg chg="add mod">
          <ac:chgData name="Weifeng Xu" userId="e7aed605-a3dd-4d5a-a692-a87037af107b" providerId="ADAL" clId="{F99F8FFF-BA20-43EA-924B-4DF5D2A785F3}" dt="2026-09-09T00:51:31.852" v="645" actId="1036"/>
          <ac:spMkLst>
            <pc:docMk/>
            <pc:sldMk cId="4015681537" sldId="316"/>
            <ac:spMk id="48" creationId="{E78CC62F-D775-D2CE-8826-1BEBCCD9E8D2}"/>
          </ac:spMkLst>
        </pc:spChg>
        <pc:spChg chg="mod">
          <ac:chgData name="Weifeng Xu" userId="e7aed605-a3dd-4d5a-a692-a87037af107b" providerId="ADAL" clId="{F99F8FFF-BA20-43EA-924B-4DF5D2A785F3}" dt="2026-09-09T00:51:31.852" v="645" actId="1036"/>
          <ac:spMkLst>
            <pc:docMk/>
            <pc:sldMk cId="4015681537" sldId="316"/>
            <ac:spMk id="50" creationId="{8EA5EF0C-6573-5DFF-A3BD-18ADF334DDDD}"/>
          </ac:spMkLst>
        </pc:spChg>
        <pc:spChg chg="mod">
          <ac:chgData name="Weifeng Xu" userId="e7aed605-a3dd-4d5a-a692-a87037af107b" providerId="ADAL" clId="{F99F8FFF-BA20-43EA-924B-4DF5D2A785F3}" dt="2026-09-09T00:51:31.852" v="645" actId="1036"/>
          <ac:spMkLst>
            <pc:docMk/>
            <pc:sldMk cId="4015681537" sldId="316"/>
            <ac:spMk id="52" creationId="{6F395B4A-CCB1-BC34-CD4F-160171E1F645}"/>
          </ac:spMkLst>
        </pc:spChg>
        <pc:spChg chg="add del mod">
          <ac:chgData name="Weifeng Xu" userId="e7aed605-a3dd-4d5a-a692-a87037af107b" providerId="ADAL" clId="{F99F8FFF-BA20-43EA-924B-4DF5D2A785F3}" dt="2026-09-09T00:51:02.619" v="617" actId="478"/>
          <ac:spMkLst>
            <pc:docMk/>
            <pc:sldMk cId="4015681537" sldId="316"/>
            <ac:spMk id="54" creationId="{50EBEA83-B196-35D2-91C7-693F965C9A8C}"/>
          </ac:spMkLst>
        </pc:spChg>
        <pc:spChg chg="add del mod">
          <ac:chgData name="Weifeng Xu" userId="e7aed605-a3dd-4d5a-a692-a87037af107b" providerId="ADAL" clId="{F99F8FFF-BA20-43EA-924B-4DF5D2A785F3}" dt="2026-09-09T00:51:03.881" v="618" actId="478"/>
          <ac:spMkLst>
            <pc:docMk/>
            <pc:sldMk cId="4015681537" sldId="316"/>
            <ac:spMk id="56" creationId="{47EC1C66-46DC-1352-0DF9-49D25436A7DD}"/>
          </ac:spMkLst>
        </pc:spChg>
        <pc:spChg chg="add del mod">
          <ac:chgData name="Weifeng Xu" userId="e7aed605-a3dd-4d5a-a692-a87037af107b" providerId="ADAL" clId="{F99F8FFF-BA20-43EA-924B-4DF5D2A785F3}" dt="2026-09-09T00:51:05.008" v="619" actId="478"/>
          <ac:spMkLst>
            <pc:docMk/>
            <pc:sldMk cId="4015681537" sldId="316"/>
            <ac:spMk id="58" creationId="{2B4ADBAB-67D7-A6C1-B111-578DCC7C835F}"/>
          </ac:spMkLst>
        </pc:spChg>
        <pc:spChg chg="del">
          <ac:chgData name="Weifeng Xu" userId="e7aed605-a3dd-4d5a-a692-a87037af107b" providerId="ADAL" clId="{F99F8FFF-BA20-43EA-924B-4DF5D2A785F3}" dt="2026-09-09T00:51:06.051" v="620" actId="478"/>
          <ac:spMkLst>
            <pc:docMk/>
            <pc:sldMk cId="4015681537" sldId="316"/>
            <ac:spMk id="60" creationId="{0A081F13-AEF1-1F81-3DA5-9F1C350A1E1A}"/>
          </ac:spMkLst>
        </pc:spChg>
        <pc:spChg chg="add mod">
          <ac:chgData name="Weifeng Xu" userId="e7aed605-a3dd-4d5a-a692-a87037af107b" providerId="ADAL" clId="{F99F8FFF-BA20-43EA-924B-4DF5D2A785F3}" dt="2026-09-09T00:50:39.970" v="615" actId="1076"/>
          <ac:spMkLst>
            <pc:docMk/>
            <pc:sldMk cId="4015681537" sldId="316"/>
            <ac:spMk id="62" creationId="{189ABDDD-52F7-72B3-49FA-BC84C55017A5}"/>
          </ac:spMkLst>
        </pc:spChg>
        <pc:spChg chg="add mod">
          <ac:chgData name="Weifeng Xu" userId="e7aed605-a3dd-4d5a-a692-a87037af107b" providerId="ADAL" clId="{F99F8FFF-BA20-43EA-924B-4DF5D2A785F3}" dt="2026-09-09T00:50:39.970" v="615" actId="1076"/>
          <ac:spMkLst>
            <pc:docMk/>
            <pc:sldMk cId="4015681537" sldId="316"/>
            <ac:spMk id="1029" creationId="{31398467-4849-38A6-A8E0-EB0E41B044EE}"/>
          </ac:spMkLst>
        </pc:spChg>
        <pc:spChg chg="add mod">
          <ac:chgData name="Weifeng Xu" userId="e7aed605-a3dd-4d5a-a692-a87037af107b" providerId="ADAL" clId="{F99F8FFF-BA20-43EA-924B-4DF5D2A785F3}" dt="2026-09-09T00:50:39.970" v="615" actId="1076"/>
          <ac:spMkLst>
            <pc:docMk/>
            <pc:sldMk cId="4015681537" sldId="316"/>
            <ac:spMk id="1033" creationId="{4A39541C-886D-2CA2-B1DE-B89155509744}"/>
          </ac:spMkLst>
        </pc:spChg>
        <pc:spChg chg="add mod">
          <ac:chgData name="Weifeng Xu" userId="e7aed605-a3dd-4d5a-a692-a87037af107b" providerId="ADAL" clId="{F99F8FFF-BA20-43EA-924B-4DF5D2A785F3}" dt="2026-09-09T00:50:39.970" v="615" actId="1076"/>
          <ac:spMkLst>
            <pc:docMk/>
            <pc:sldMk cId="4015681537" sldId="316"/>
            <ac:spMk id="1041" creationId="{4A456707-F347-4743-1210-4316402EAAD1}"/>
          </ac:spMkLst>
        </pc:spChg>
        <pc:picChg chg="del">
          <ac:chgData name="Weifeng Xu" userId="e7aed605-a3dd-4d5a-a692-a87037af107b" providerId="ADAL" clId="{F99F8FFF-BA20-43EA-924B-4DF5D2A785F3}" dt="2026-09-09T00:44:45.675" v="607" actId="478"/>
          <ac:picMkLst>
            <pc:docMk/>
            <pc:sldMk cId="4015681537" sldId="316"/>
            <ac:picMk id="1026" creationId="{829A28D2-8942-48DA-8C3B-EF32A3CCC497}"/>
          </ac:picMkLst>
        </pc:picChg>
      </pc:sldChg>
      <pc:sldChg chg="del">
        <pc:chgData name="Weifeng Xu" userId="e7aed605-a3dd-4d5a-a692-a87037af107b" providerId="ADAL" clId="{F99F8FFF-BA20-43EA-924B-4DF5D2A785F3}" dt="2026-09-09T00:52:47.518" v="666" actId="47"/>
        <pc:sldMkLst>
          <pc:docMk/>
          <pc:sldMk cId="3632309167" sldId="317"/>
        </pc:sldMkLst>
      </pc:sldChg>
      <pc:sldChg chg="del">
        <pc:chgData name="Weifeng Xu" userId="e7aed605-a3dd-4d5a-a692-a87037af107b" providerId="ADAL" clId="{F99F8FFF-BA20-43EA-924B-4DF5D2A785F3}" dt="2026-09-09T02:02:45.756" v="848" actId="47"/>
        <pc:sldMkLst>
          <pc:docMk/>
          <pc:sldMk cId="1212472519" sldId="323"/>
        </pc:sldMkLst>
      </pc:sldChg>
      <pc:sldChg chg="modSp mod">
        <pc:chgData name="Weifeng Xu" userId="e7aed605-a3dd-4d5a-a692-a87037af107b" providerId="ADAL" clId="{F99F8FFF-BA20-43EA-924B-4DF5D2A785F3}" dt="2026-09-10T00:41:18.149" v="1222" actId="27636"/>
        <pc:sldMkLst>
          <pc:docMk/>
          <pc:sldMk cId="1474958626" sldId="324"/>
        </pc:sldMkLst>
        <pc:spChg chg="mod">
          <ac:chgData name="Weifeng Xu" userId="e7aed605-a3dd-4d5a-a692-a87037af107b" providerId="ADAL" clId="{F99F8FFF-BA20-43EA-924B-4DF5D2A785F3}" dt="2026-09-10T00:41:18.149" v="1222" actId="27636"/>
          <ac:spMkLst>
            <pc:docMk/>
            <pc:sldMk cId="1474958626" sldId="324"/>
            <ac:spMk id="4" creationId="{801A7380-951B-4617-9F33-2B2F70105770}"/>
          </ac:spMkLst>
        </pc:spChg>
      </pc:sldChg>
      <pc:sldChg chg="modSp mod">
        <pc:chgData name="Weifeng Xu" userId="e7aed605-a3dd-4d5a-a692-a87037af107b" providerId="ADAL" clId="{F99F8FFF-BA20-43EA-924B-4DF5D2A785F3}" dt="2026-09-09T02:05:55.215" v="872" actId="6549"/>
        <pc:sldMkLst>
          <pc:docMk/>
          <pc:sldMk cId="1077324671" sldId="328"/>
        </pc:sldMkLst>
        <pc:spChg chg="mod">
          <ac:chgData name="Weifeng Xu" userId="e7aed605-a3dd-4d5a-a692-a87037af107b" providerId="ADAL" clId="{F99F8FFF-BA20-43EA-924B-4DF5D2A785F3}" dt="2026-09-09T02:05:55.215" v="872" actId="6549"/>
          <ac:spMkLst>
            <pc:docMk/>
            <pc:sldMk cId="1077324671" sldId="328"/>
            <ac:spMk id="2" creationId="{6CFC5950-2F37-4EAE-849B-34486101B6CD}"/>
          </ac:spMkLst>
        </pc:spChg>
      </pc:sldChg>
      <pc:sldChg chg="modSp mod">
        <pc:chgData name="Weifeng Xu" userId="e7aed605-a3dd-4d5a-a692-a87037af107b" providerId="ADAL" clId="{F99F8FFF-BA20-43EA-924B-4DF5D2A785F3}" dt="2026-09-10T00:43:43.619" v="1276" actId="20577"/>
        <pc:sldMkLst>
          <pc:docMk/>
          <pc:sldMk cId="4060086368" sldId="329"/>
        </pc:sldMkLst>
        <pc:spChg chg="mod">
          <ac:chgData name="Weifeng Xu" userId="e7aed605-a3dd-4d5a-a692-a87037af107b" providerId="ADAL" clId="{F99F8FFF-BA20-43EA-924B-4DF5D2A785F3}" dt="2026-09-10T00:42:50.036" v="1225" actId="20577"/>
          <ac:spMkLst>
            <pc:docMk/>
            <pc:sldMk cId="4060086368" sldId="329"/>
            <ac:spMk id="2" creationId="{40242B16-19A7-4A28-8F72-2EE3FDC2D37B}"/>
          </ac:spMkLst>
        </pc:spChg>
        <pc:spChg chg="mod">
          <ac:chgData name="Weifeng Xu" userId="e7aed605-a3dd-4d5a-a692-a87037af107b" providerId="ADAL" clId="{F99F8FFF-BA20-43EA-924B-4DF5D2A785F3}" dt="2026-09-10T00:43:43.619" v="1276" actId="20577"/>
          <ac:spMkLst>
            <pc:docMk/>
            <pc:sldMk cId="4060086368" sldId="329"/>
            <ac:spMk id="3" creationId="{680AF3C0-45D7-400B-B1B3-9C3534E78B11}"/>
          </ac:spMkLst>
        </pc:spChg>
      </pc:sldChg>
      <pc:sldChg chg="addSp delSp modSp mod modClrScheme chgLayout">
        <pc:chgData name="Weifeng Xu" userId="e7aed605-a3dd-4d5a-a692-a87037af107b" providerId="ADAL" clId="{F99F8FFF-BA20-43EA-924B-4DF5D2A785F3}" dt="2026-09-09T00:35:38.844" v="597" actId="1076"/>
        <pc:sldMkLst>
          <pc:docMk/>
          <pc:sldMk cId="3494595657" sldId="334"/>
        </pc:sldMkLst>
        <pc:spChg chg="del">
          <ac:chgData name="Weifeng Xu" userId="e7aed605-a3dd-4d5a-a692-a87037af107b" providerId="ADAL" clId="{F99F8FFF-BA20-43EA-924B-4DF5D2A785F3}" dt="2026-09-09T00:14:35.572" v="511" actId="478"/>
          <ac:spMkLst>
            <pc:docMk/>
            <pc:sldMk cId="3494595657" sldId="334"/>
            <ac:spMk id="2" creationId="{B8530E4A-47DA-EDF3-C3DC-FDB11F5C3FB9}"/>
          </ac:spMkLst>
        </pc:spChg>
        <pc:spChg chg="add del mod">
          <ac:chgData name="Weifeng Xu" userId="e7aed605-a3dd-4d5a-a692-a87037af107b" providerId="ADAL" clId="{F99F8FFF-BA20-43EA-924B-4DF5D2A785F3}" dt="2026-09-09T00:18:03.103" v="525" actId="478"/>
          <ac:spMkLst>
            <pc:docMk/>
            <pc:sldMk cId="3494595657" sldId="334"/>
            <ac:spMk id="4" creationId="{5F1AE879-09D3-47B8-8DA7-90BB33DFF086}"/>
          </ac:spMkLst>
        </pc:spChg>
        <pc:spChg chg="add del mod">
          <ac:chgData name="Weifeng Xu" userId="e7aed605-a3dd-4d5a-a692-a87037af107b" providerId="ADAL" clId="{F99F8FFF-BA20-43EA-924B-4DF5D2A785F3}" dt="2026-09-09T00:25:04.231" v="573" actId="1076"/>
          <ac:spMkLst>
            <pc:docMk/>
            <pc:sldMk cId="3494595657" sldId="334"/>
            <ac:spMk id="6" creationId="{848EEE1A-B51D-4C0B-ABD6-976B9970F598}"/>
          </ac:spMkLst>
        </pc:spChg>
        <pc:spChg chg="add del mod">
          <ac:chgData name="Weifeng Xu" userId="e7aed605-a3dd-4d5a-a692-a87037af107b" providerId="ADAL" clId="{F99F8FFF-BA20-43EA-924B-4DF5D2A785F3}" dt="2026-09-09T00:24:59.968" v="572" actId="20577"/>
          <ac:spMkLst>
            <pc:docMk/>
            <pc:sldMk cId="3494595657" sldId="334"/>
            <ac:spMk id="7" creationId="{64615C64-EF55-4387-9BCC-B96A51C6B094}"/>
          </ac:spMkLst>
        </pc:spChg>
        <pc:spChg chg="add del mod">
          <ac:chgData name="Weifeng Xu" userId="e7aed605-a3dd-4d5a-a692-a87037af107b" providerId="ADAL" clId="{F99F8FFF-BA20-43EA-924B-4DF5D2A785F3}" dt="2026-09-09T00:24:44.373" v="557" actId="1076"/>
          <ac:spMkLst>
            <pc:docMk/>
            <pc:sldMk cId="3494595657" sldId="334"/>
            <ac:spMk id="8" creationId="{6EC5C773-9BA4-4DDD-9B27-709966D494BA}"/>
          </ac:spMkLst>
        </pc:spChg>
        <pc:spChg chg="add del mod">
          <ac:chgData name="Weifeng Xu" userId="e7aed605-a3dd-4d5a-a692-a87037af107b" providerId="ADAL" clId="{F99F8FFF-BA20-43EA-924B-4DF5D2A785F3}" dt="2026-09-09T00:35:38.844" v="597" actId="1076"/>
          <ac:spMkLst>
            <pc:docMk/>
            <pc:sldMk cId="3494595657" sldId="334"/>
            <ac:spMk id="9" creationId="{23C11534-2176-4290-A23E-DC766528302F}"/>
          </ac:spMkLst>
        </pc:spChg>
        <pc:spChg chg="add del mod">
          <ac:chgData name="Weifeng Xu" userId="e7aed605-a3dd-4d5a-a692-a87037af107b" providerId="ADAL" clId="{F99F8FFF-BA20-43EA-924B-4DF5D2A785F3}" dt="2026-09-09T00:17:46.392" v="521" actId="700"/>
          <ac:spMkLst>
            <pc:docMk/>
            <pc:sldMk cId="3494595657" sldId="334"/>
            <ac:spMk id="14" creationId="{93CC102D-C7C7-40E7-909B-9937B2860AA1}"/>
          </ac:spMkLst>
        </pc:spChg>
        <pc:picChg chg="add del">
          <ac:chgData name="Weifeng Xu" userId="e7aed605-a3dd-4d5a-a692-a87037af107b" providerId="ADAL" clId="{F99F8FFF-BA20-43EA-924B-4DF5D2A785F3}" dt="2026-09-09T00:14:55.875" v="512" actId="478"/>
          <ac:picMkLst>
            <pc:docMk/>
            <pc:sldMk cId="3494595657" sldId="334"/>
            <ac:picMk id="3" creationId="{3F03FDD1-81D4-4A64-BA5A-855D9731C720}"/>
          </ac:picMkLst>
        </pc:picChg>
        <pc:picChg chg="add del mod">
          <ac:chgData name="Weifeng Xu" userId="e7aed605-a3dd-4d5a-a692-a87037af107b" providerId="ADAL" clId="{F99F8FFF-BA20-43EA-924B-4DF5D2A785F3}" dt="2026-09-09T00:09:29.954" v="504" actId="22"/>
          <ac:picMkLst>
            <pc:docMk/>
            <pc:sldMk cId="3494595657" sldId="334"/>
            <ac:picMk id="10" creationId="{3502C23E-9C68-8ECE-A628-AE6700C1BDA4}"/>
          </ac:picMkLst>
        </pc:picChg>
        <pc:picChg chg="add del mod">
          <ac:chgData name="Weifeng Xu" userId="e7aed605-a3dd-4d5a-a692-a87037af107b" providerId="ADAL" clId="{F99F8FFF-BA20-43EA-924B-4DF5D2A785F3}" dt="2026-09-09T00:17:48.420" v="522" actId="478"/>
          <ac:picMkLst>
            <pc:docMk/>
            <pc:sldMk cId="3494595657" sldId="334"/>
            <ac:picMk id="12" creationId="{6CDB5686-EC11-3E3B-EA37-DDA8997210B5}"/>
          </ac:picMkLst>
        </pc:picChg>
        <pc:picChg chg="add del">
          <ac:chgData name="Weifeng Xu" userId="e7aed605-a3dd-4d5a-a692-a87037af107b" providerId="ADAL" clId="{F99F8FFF-BA20-43EA-924B-4DF5D2A785F3}" dt="2026-09-09T00:17:39.325" v="517" actId="22"/>
          <ac:picMkLst>
            <pc:docMk/>
            <pc:sldMk cId="3494595657" sldId="334"/>
            <ac:picMk id="16" creationId="{6A617E7E-BBB2-614B-7BD9-FD66B4A2C03B}"/>
          </ac:picMkLst>
        </pc:picChg>
        <pc:picChg chg="add del mod">
          <ac:chgData name="Weifeng Xu" userId="e7aed605-a3dd-4d5a-a692-a87037af107b" providerId="ADAL" clId="{F99F8FFF-BA20-43EA-924B-4DF5D2A785F3}" dt="2026-09-09T00:24:26.549" v="554" actId="478"/>
          <ac:picMkLst>
            <pc:docMk/>
            <pc:sldMk cId="3494595657" sldId="334"/>
            <ac:picMk id="18" creationId="{3F5758FC-CFD4-20C4-EE41-0E8BFB93AA58}"/>
          </ac:picMkLst>
        </pc:picChg>
        <pc:picChg chg="add mod">
          <ac:chgData name="Weifeng Xu" userId="e7aed605-a3dd-4d5a-a692-a87037af107b" providerId="ADAL" clId="{F99F8FFF-BA20-43EA-924B-4DF5D2A785F3}" dt="2026-09-09T00:24:38.025" v="556" actId="1076"/>
          <ac:picMkLst>
            <pc:docMk/>
            <pc:sldMk cId="3494595657" sldId="334"/>
            <ac:picMk id="20" creationId="{E37855AB-8223-DC0D-4CAC-C7463124D3DE}"/>
          </ac:picMkLst>
        </pc:picChg>
      </pc:sldChg>
      <pc:sldChg chg="addSp delSp modSp mod modClrScheme chgLayout">
        <pc:chgData name="Weifeng Xu" userId="e7aed605-a3dd-4d5a-a692-a87037af107b" providerId="ADAL" clId="{F99F8FFF-BA20-43EA-924B-4DF5D2A785F3}" dt="2026-09-09T00:33:00.148" v="594" actId="113"/>
        <pc:sldMkLst>
          <pc:docMk/>
          <pc:sldMk cId="3364671392" sldId="335"/>
        </pc:sldMkLst>
        <pc:spChg chg="del">
          <ac:chgData name="Weifeng Xu" userId="e7aed605-a3dd-4d5a-a692-a87037af107b" providerId="ADAL" clId="{F99F8FFF-BA20-43EA-924B-4DF5D2A785F3}" dt="2026-09-09T00:31:58.874" v="576" actId="478"/>
          <ac:spMkLst>
            <pc:docMk/>
            <pc:sldMk cId="3364671392" sldId="335"/>
            <ac:spMk id="3" creationId="{0D3BF325-32CC-A4D2-35BB-AC9DBB1142ED}"/>
          </ac:spMkLst>
        </pc:spChg>
        <pc:spChg chg="del">
          <ac:chgData name="Weifeng Xu" userId="e7aed605-a3dd-4d5a-a692-a87037af107b" providerId="ADAL" clId="{F99F8FFF-BA20-43EA-924B-4DF5D2A785F3}" dt="2026-09-09T00:31:58.874" v="576" actId="478"/>
          <ac:spMkLst>
            <pc:docMk/>
            <pc:sldMk cId="3364671392" sldId="335"/>
            <ac:spMk id="5" creationId="{30D540F4-0192-EF1A-6CC6-E22680CB682E}"/>
          </ac:spMkLst>
        </pc:spChg>
        <pc:spChg chg="del">
          <ac:chgData name="Weifeng Xu" userId="e7aed605-a3dd-4d5a-a692-a87037af107b" providerId="ADAL" clId="{F99F8FFF-BA20-43EA-924B-4DF5D2A785F3}" dt="2026-09-09T00:31:58.874" v="576" actId="478"/>
          <ac:spMkLst>
            <pc:docMk/>
            <pc:sldMk cId="3364671392" sldId="335"/>
            <ac:spMk id="9" creationId="{285C86F0-B8BE-4A64-9788-6D083FBB8DA1}"/>
          </ac:spMkLst>
        </pc:spChg>
        <pc:spChg chg="add del mod">
          <ac:chgData name="Weifeng Xu" userId="e7aed605-a3dd-4d5a-a692-a87037af107b" providerId="ADAL" clId="{F99F8FFF-BA20-43EA-924B-4DF5D2A785F3}" dt="2026-09-09T00:32:01.377" v="577" actId="700"/>
          <ac:spMkLst>
            <pc:docMk/>
            <pc:sldMk cId="3364671392" sldId="335"/>
            <ac:spMk id="10" creationId="{406C0E9C-32EF-C5A9-EA12-B8806D6FC804}"/>
          </ac:spMkLst>
        </pc:spChg>
        <pc:spChg chg="del mod">
          <ac:chgData name="Weifeng Xu" userId="e7aed605-a3dd-4d5a-a692-a87037af107b" providerId="ADAL" clId="{F99F8FFF-BA20-43EA-924B-4DF5D2A785F3}" dt="2026-09-09T00:31:58.874" v="576" actId="478"/>
          <ac:spMkLst>
            <pc:docMk/>
            <pc:sldMk cId="3364671392" sldId="335"/>
            <ac:spMk id="11" creationId="{6170142C-4FB7-43EB-831C-6217A76869CD}"/>
          </ac:spMkLst>
        </pc:spChg>
        <pc:spChg chg="del">
          <ac:chgData name="Weifeng Xu" userId="e7aed605-a3dd-4d5a-a692-a87037af107b" providerId="ADAL" clId="{F99F8FFF-BA20-43EA-924B-4DF5D2A785F3}" dt="2026-09-09T00:31:58.874" v="576" actId="478"/>
          <ac:spMkLst>
            <pc:docMk/>
            <pc:sldMk cId="3364671392" sldId="335"/>
            <ac:spMk id="19" creationId="{7931E30E-D912-4172-9BE7-7024C8FA4080}"/>
          </ac:spMkLst>
        </pc:spChg>
        <pc:spChg chg="del">
          <ac:chgData name="Weifeng Xu" userId="e7aed605-a3dd-4d5a-a692-a87037af107b" providerId="ADAL" clId="{F99F8FFF-BA20-43EA-924B-4DF5D2A785F3}" dt="2026-09-09T00:31:58.874" v="576" actId="478"/>
          <ac:spMkLst>
            <pc:docMk/>
            <pc:sldMk cId="3364671392" sldId="335"/>
            <ac:spMk id="21" creationId="{54C56691-355C-4D5C-9F0C-B8E98561ED41}"/>
          </ac:spMkLst>
        </pc:spChg>
        <pc:graphicFrameChg chg="add mod modGraphic">
          <ac:chgData name="Weifeng Xu" userId="e7aed605-a3dd-4d5a-a692-a87037af107b" providerId="ADAL" clId="{F99F8FFF-BA20-43EA-924B-4DF5D2A785F3}" dt="2026-09-09T00:33:00.148" v="594" actId="113"/>
          <ac:graphicFrameMkLst>
            <pc:docMk/>
            <pc:sldMk cId="3364671392" sldId="335"/>
            <ac:graphicFrameMk id="12" creationId="{653F7C49-F1C1-BB0D-5597-282CA9E672C9}"/>
          </ac:graphicFrameMkLst>
        </pc:graphicFrameChg>
        <pc:picChg chg="del">
          <ac:chgData name="Weifeng Xu" userId="e7aed605-a3dd-4d5a-a692-a87037af107b" providerId="ADAL" clId="{F99F8FFF-BA20-43EA-924B-4DF5D2A785F3}" dt="2026-09-09T00:31:52.588" v="574" actId="478"/>
          <ac:picMkLst>
            <pc:docMk/>
            <pc:sldMk cId="3364671392" sldId="335"/>
            <ac:picMk id="2" creationId="{2D82A479-2FFE-453C-9D6D-50350EF9FFE2}"/>
          </ac:picMkLst>
        </pc:picChg>
        <pc:picChg chg="del">
          <ac:chgData name="Weifeng Xu" userId="e7aed605-a3dd-4d5a-a692-a87037af107b" providerId="ADAL" clId="{F99F8FFF-BA20-43EA-924B-4DF5D2A785F3}" dt="2026-09-09T00:31:58.874" v="576" actId="478"/>
          <ac:picMkLst>
            <pc:docMk/>
            <pc:sldMk cId="3364671392" sldId="335"/>
            <ac:picMk id="4" creationId="{D66B322C-00C9-4C28-9CC0-3AD0DDF71277}"/>
          </ac:picMkLst>
        </pc:picChg>
        <pc:picChg chg="add del mod">
          <ac:chgData name="Weifeng Xu" userId="e7aed605-a3dd-4d5a-a692-a87037af107b" providerId="ADAL" clId="{F99F8FFF-BA20-43EA-924B-4DF5D2A785F3}" dt="2026-09-09T00:31:58.874" v="576" actId="478"/>
          <ac:picMkLst>
            <pc:docMk/>
            <pc:sldMk cId="3364671392" sldId="335"/>
            <ac:picMk id="7" creationId="{3362B1D6-3088-F3C9-162B-8D5E72086E3F}"/>
          </ac:picMkLst>
        </pc:picChg>
        <pc:picChg chg="del">
          <ac:chgData name="Weifeng Xu" userId="e7aed605-a3dd-4d5a-a692-a87037af107b" providerId="ADAL" clId="{F99F8FFF-BA20-43EA-924B-4DF5D2A785F3}" dt="2026-09-09T00:31:58.874" v="576" actId="478"/>
          <ac:picMkLst>
            <pc:docMk/>
            <pc:sldMk cId="3364671392" sldId="335"/>
            <ac:picMk id="16" creationId="{2918B3EE-7E33-4072-9BBE-8E73B365DCB4}"/>
          </ac:picMkLst>
        </pc:picChg>
        <pc:picChg chg="del">
          <ac:chgData name="Weifeng Xu" userId="e7aed605-a3dd-4d5a-a692-a87037af107b" providerId="ADAL" clId="{F99F8FFF-BA20-43EA-924B-4DF5D2A785F3}" dt="2026-09-09T00:31:53.365" v="575" actId="478"/>
          <ac:picMkLst>
            <pc:docMk/>
            <pc:sldMk cId="3364671392" sldId="335"/>
            <ac:picMk id="1026" creationId="{97DC65AB-87AE-4918-A7F6-DAD069E299FE}"/>
          </ac:picMkLst>
        </pc:picChg>
      </pc:sldChg>
      <pc:sldChg chg="modSp mod">
        <pc:chgData name="Weifeng Xu" userId="e7aed605-a3dd-4d5a-a692-a87037af107b" providerId="ADAL" clId="{F99F8FFF-BA20-43EA-924B-4DF5D2A785F3}" dt="2026-09-09T01:07:45.983" v="768" actId="20577"/>
        <pc:sldMkLst>
          <pc:docMk/>
          <pc:sldMk cId="3784212747" sldId="336"/>
        </pc:sldMkLst>
        <pc:spChg chg="mod">
          <ac:chgData name="Weifeng Xu" userId="e7aed605-a3dd-4d5a-a692-a87037af107b" providerId="ADAL" clId="{F99F8FFF-BA20-43EA-924B-4DF5D2A785F3}" dt="2026-09-09T01:07:45.983" v="768" actId="20577"/>
          <ac:spMkLst>
            <pc:docMk/>
            <pc:sldMk cId="3784212747" sldId="336"/>
            <ac:spMk id="2" creationId="{0D46BD48-E4ED-3310-C966-5C6C2460E05A}"/>
          </ac:spMkLst>
        </pc:spChg>
      </pc:sldChg>
      <pc:sldChg chg="modSp mod">
        <pc:chgData name="Weifeng Xu" userId="e7aed605-a3dd-4d5a-a692-a87037af107b" providerId="ADAL" clId="{F99F8FFF-BA20-43EA-924B-4DF5D2A785F3}" dt="2026-09-09T01:55:11.290" v="845" actId="6549"/>
        <pc:sldMkLst>
          <pc:docMk/>
          <pc:sldMk cId="1688128522" sldId="337"/>
        </pc:sldMkLst>
        <pc:spChg chg="mod">
          <ac:chgData name="Weifeng Xu" userId="e7aed605-a3dd-4d5a-a692-a87037af107b" providerId="ADAL" clId="{F99F8FFF-BA20-43EA-924B-4DF5D2A785F3}" dt="2026-09-09T01:55:11.290" v="845" actId="6549"/>
          <ac:spMkLst>
            <pc:docMk/>
            <pc:sldMk cId="1688128522" sldId="337"/>
            <ac:spMk id="3" creationId="{1AA8331D-0C26-D83C-3801-B2D6ECC93FEE}"/>
          </ac:spMkLst>
        </pc:spChg>
      </pc:sldChg>
      <pc:sldChg chg="del">
        <pc:chgData name="Weifeng Xu" userId="e7aed605-a3dd-4d5a-a692-a87037af107b" providerId="ADAL" clId="{F99F8FFF-BA20-43EA-924B-4DF5D2A785F3}" dt="2026-09-09T02:02:36.355" v="846" actId="47"/>
        <pc:sldMkLst>
          <pc:docMk/>
          <pc:sldMk cId="868638738" sldId="339"/>
        </pc:sldMkLst>
      </pc:sldChg>
      <pc:sldChg chg="modSp mod">
        <pc:chgData name="Weifeng Xu" userId="e7aed605-a3dd-4d5a-a692-a87037af107b" providerId="ADAL" clId="{F99F8FFF-BA20-43EA-924B-4DF5D2A785F3}" dt="2026-09-08T23:53:16.028" v="448" actId="20577"/>
        <pc:sldMkLst>
          <pc:docMk/>
          <pc:sldMk cId="2432421377" sldId="340"/>
        </pc:sldMkLst>
        <pc:spChg chg="mod">
          <ac:chgData name="Weifeng Xu" userId="e7aed605-a3dd-4d5a-a692-a87037af107b" providerId="ADAL" clId="{F99F8FFF-BA20-43EA-924B-4DF5D2A785F3}" dt="2026-09-08T23:53:16.028" v="448" actId="20577"/>
          <ac:spMkLst>
            <pc:docMk/>
            <pc:sldMk cId="2432421377" sldId="340"/>
            <ac:spMk id="3" creationId="{8360C42A-BDA4-1300-081F-A638F3698042}"/>
          </ac:spMkLst>
        </pc:spChg>
      </pc:sldChg>
      <pc:sldChg chg="del">
        <pc:chgData name="Weifeng Xu" userId="e7aed605-a3dd-4d5a-a692-a87037af107b" providerId="ADAL" clId="{F99F8FFF-BA20-43EA-924B-4DF5D2A785F3}" dt="2026-09-09T02:02:41.803" v="847" actId="47"/>
        <pc:sldMkLst>
          <pc:docMk/>
          <pc:sldMk cId="3304035788" sldId="341"/>
        </pc:sldMkLst>
      </pc:sldChg>
      <pc:sldChg chg="del">
        <pc:chgData name="Weifeng Xu" userId="e7aed605-a3dd-4d5a-a692-a87037af107b" providerId="ADAL" clId="{F99F8FFF-BA20-43EA-924B-4DF5D2A785F3}" dt="2026-09-09T02:44:37.047" v="914" actId="47"/>
        <pc:sldMkLst>
          <pc:docMk/>
          <pc:sldMk cId="3541222919" sldId="342"/>
        </pc:sldMkLst>
      </pc:sldChg>
      <pc:sldChg chg="modSp">
        <pc:chgData name="Weifeng Xu" userId="e7aed605-a3dd-4d5a-a692-a87037af107b" providerId="ADAL" clId="{F99F8FFF-BA20-43EA-924B-4DF5D2A785F3}" dt="2026-09-09T13:04:42.280" v="974" actId="1076"/>
        <pc:sldMkLst>
          <pc:docMk/>
          <pc:sldMk cId="1038491737" sldId="344"/>
        </pc:sldMkLst>
        <pc:picChg chg="mod">
          <ac:chgData name="Weifeng Xu" userId="e7aed605-a3dd-4d5a-a692-a87037af107b" providerId="ADAL" clId="{F99F8FFF-BA20-43EA-924B-4DF5D2A785F3}" dt="2026-09-09T13:04:42.280" v="974" actId="1076"/>
          <ac:picMkLst>
            <pc:docMk/>
            <pc:sldMk cId="1038491737" sldId="344"/>
            <ac:picMk id="1026" creationId="{15FB3844-05F5-32F0-90E4-EBE8CC1D5C47}"/>
          </ac:picMkLst>
        </pc:picChg>
      </pc:sldChg>
      <pc:sldChg chg="addSp delSp modSp mod ord modClrScheme chgLayout">
        <pc:chgData name="Weifeng Xu" userId="e7aed605-a3dd-4d5a-a692-a87037af107b" providerId="ADAL" clId="{F99F8FFF-BA20-43EA-924B-4DF5D2A785F3}" dt="2026-09-09T01:52:42.851" v="794" actId="20577"/>
        <pc:sldMkLst>
          <pc:docMk/>
          <pc:sldMk cId="1311437518" sldId="345"/>
        </pc:sldMkLst>
        <pc:spChg chg="add del mod ord">
          <ac:chgData name="Weifeng Xu" userId="e7aed605-a3dd-4d5a-a692-a87037af107b" providerId="ADAL" clId="{F99F8FFF-BA20-43EA-924B-4DF5D2A785F3}" dt="2026-09-09T01:52:01.667" v="780" actId="700"/>
          <ac:spMkLst>
            <pc:docMk/>
            <pc:sldMk cId="1311437518" sldId="345"/>
            <ac:spMk id="4" creationId="{155EF55D-2987-27D6-B460-FC97B942A280}"/>
          </ac:spMkLst>
        </pc:spChg>
        <pc:spChg chg="add del mod ord">
          <ac:chgData name="Weifeng Xu" userId="e7aed605-a3dd-4d5a-a692-a87037af107b" providerId="ADAL" clId="{F99F8FFF-BA20-43EA-924B-4DF5D2A785F3}" dt="2026-09-09T01:52:01.667" v="780" actId="700"/>
          <ac:spMkLst>
            <pc:docMk/>
            <pc:sldMk cId="1311437518" sldId="345"/>
            <ac:spMk id="5" creationId="{9337132C-D773-0584-081D-4947705A8CBB}"/>
          </ac:spMkLst>
        </pc:spChg>
        <pc:spChg chg="add del mod ord">
          <ac:chgData name="Weifeng Xu" userId="e7aed605-a3dd-4d5a-a692-a87037af107b" providerId="ADAL" clId="{F99F8FFF-BA20-43EA-924B-4DF5D2A785F3}" dt="2026-09-09T01:52:14.320" v="782" actId="700"/>
          <ac:spMkLst>
            <pc:docMk/>
            <pc:sldMk cId="1311437518" sldId="345"/>
            <ac:spMk id="6" creationId="{6E50CC17-B40B-C5A6-6AD8-C6DF2D40C361}"/>
          </ac:spMkLst>
        </pc:spChg>
        <pc:spChg chg="add del mod ord">
          <ac:chgData name="Weifeng Xu" userId="e7aed605-a3dd-4d5a-a692-a87037af107b" providerId="ADAL" clId="{F99F8FFF-BA20-43EA-924B-4DF5D2A785F3}" dt="2026-09-09T01:52:14.320" v="782" actId="700"/>
          <ac:spMkLst>
            <pc:docMk/>
            <pc:sldMk cId="1311437518" sldId="345"/>
            <ac:spMk id="7" creationId="{01183909-7EBF-211A-D6C0-D00B0DF53CE2}"/>
          </ac:spMkLst>
        </pc:spChg>
        <pc:spChg chg="add del mod ord">
          <ac:chgData name="Weifeng Xu" userId="e7aed605-a3dd-4d5a-a692-a87037af107b" providerId="ADAL" clId="{F99F8FFF-BA20-43EA-924B-4DF5D2A785F3}" dt="2026-09-09T01:52:24.079" v="785" actId="700"/>
          <ac:spMkLst>
            <pc:docMk/>
            <pc:sldMk cId="1311437518" sldId="345"/>
            <ac:spMk id="8" creationId="{12696B57-0450-E0B3-D7A6-9AFF343D6C49}"/>
          </ac:spMkLst>
        </pc:spChg>
        <pc:spChg chg="add del mod ord">
          <ac:chgData name="Weifeng Xu" userId="e7aed605-a3dd-4d5a-a692-a87037af107b" providerId="ADAL" clId="{F99F8FFF-BA20-43EA-924B-4DF5D2A785F3}" dt="2026-09-09T01:52:24.079" v="785" actId="700"/>
          <ac:spMkLst>
            <pc:docMk/>
            <pc:sldMk cId="1311437518" sldId="345"/>
            <ac:spMk id="9" creationId="{17AF26B4-976C-6DEF-EF4B-7715656ACF41}"/>
          </ac:spMkLst>
        </pc:spChg>
        <pc:spChg chg="add mod ord">
          <ac:chgData name="Weifeng Xu" userId="e7aed605-a3dd-4d5a-a692-a87037af107b" providerId="ADAL" clId="{F99F8FFF-BA20-43EA-924B-4DF5D2A785F3}" dt="2026-09-09T01:52:42.851" v="794" actId="20577"/>
          <ac:spMkLst>
            <pc:docMk/>
            <pc:sldMk cId="1311437518" sldId="345"/>
            <ac:spMk id="10" creationId="{0363E567-07F2-56BB-D46F-2CFBAD2F1B4F}"/>
          </ac:spMkLst>
        </pc:spChg>
        <pc:spChg chg="add mod ord">
          <ac:chgData name="Weifeng Xu" userId="e7aed605-a3dd-4d5a-a692-a87037af107b" providerId="ADAL" clId="{F99F8FFF-BA20-43EA-924B-4DF5D2A785F3}" dt="2026-09-09T01:52:39.359" v="792" actId="27636"/>
          <ac:spMkLst>
            <pc:docMk/>
            <pc:sldMk cId="1311437518" sldId="345"/>
            <ac:spMk id="11" creationId="{018E6795-E192-243E-3B46-4C8C76C6FDDC}"/>
          </ac:spMkLst>
        </pc:spChg>
        <pc:spChg chg="del mod">
          <ac:chgData name="Weifeng Xu" userId="e7aed605-a3dd-4d5a-a692-a87037af107b" providerId="ADAL" clId="{F99F8FFF-BA20-43EA-924B-4DF5D2A785F3}" dt="2026-09-09T01:52:30.390" v="787" actId="478"/>
          <ac:spMkLst>
            <pc:docMk/>
            <pc:sldMk cId="1311437518" sldId="345"/>
            <ac:spMk id="13" creationId="{4908C17F-B906-6418-93BB-C7DB4B3ADA55}"/>
          </ac:spMkLst>
        </pc:spChg>
        <pc:picChg chg="add del">
          <ac:chgData name="Weifeng Xu" userId="e7aed605-a3dd-4d5a-a692-a87037af107b" providerId="ADAL" clId="{F99F8FFF-BA20-43EA-924B-4DF5D2A785F3}" dt="2026-09-09T01:49:23.887" v="771" actId="22"/>
          <ac:picMkLst>
            <pc:docMk/>
            <pc:sldMk cId="1311437518" sldId="345"/>
            <ac:picMk id="3" creationId="{570BD4E7-7E1B-A1FA-A199-9A54850C47C1}"/>
          </ac:picMkLst>
        </pc:picChg>
        <pc:picChg chg="add del">
          <ac:chgData name="Weifeng Xu" userId="e7aed605-a3dd-4d5a-a692-a87037af107b" providerId="ADAL" clId="{F99F8FFF-BA20-43EA-924B-4DF5D2A785F3}" dt="2026-09-09T01:51:49.177" v="778" actId="478"/>
          <ac:picMkLst>
            <pc:docMk/>
            <pc:sldMk cId="1311437518" sldId="345"/>
            <ac:picMk id="23" creationId="{E164ED62-40A1-2AD1-70D2-637CB8F803D9}"/>
          </ac:picMkLst>
        </pc:picChg>
      </pc:sldChg>
      <pc:sldChg chg="addSp new mod">
        <pc:chgData name="Weifeng Xu" userId="e7aed605-a3dd-4d5a-a692-a87037af107b" providerId="ADAL" clId="{F99F8FFF-BA20-43EA-924B-4DF5D2A785F3}" dt="2026-09-09T00:33:56.575" v="596" actId="22"/>
        <pc:sldMkLst>
          <pc:docMk/>
          <pc:sldMk cId="1537130873" sldId="347"/>
        </pc:sldMkLst>
        <pc:picChg chg="add">
          <ac:chgData name="Weifeng Xu" userId="e7aed605-a3dd-4d5a-a692-a87037af107b" providerId="ADAL" clId="{F99F8FFF-BA20-43EA-924B-4DF5D2A785F3}" dt="2026-09-09T00:33:56.575" v="596" actId="22"/>
          <ac:picMkLst>
            <pc:docMk/>
            <pc:sldMk cId="1537130873" sldId="347"/>
            <ac:picMk id="3" creationId="{7AA33872-1D31-D419-D27C-612F7E20F8FE}"/>
          </ac:picMkLst>
        </pc:picChg>
      </pc:sldChg>
      <pc:sldChg chg="addSp delSp new mod modClrScheme chgLayout">
        <pc:chgData name="Weifeng Xu" userId="e7aed605-a3dd-4d5a-a692-a87037af107b" providerId="ADAL" clId="{F99F8FFF-BA20-43EA-924B-4DF5D2A785F3}" dt="2026-09-09T01:51:09.198" v="775" actId="22"/>
        <pc:sldMkLst>
          <pc:docMk/>
          <pc:sldMk cId="1329308109" sldId="348"/>
        </pc:sldMkLst>
        <pc:spChg chg="del">
          <ac:chgData name="Weifeng Xu" userId="e7aed605-a3dd-4d5a-a692-a87037af107b" providerId="ADAL" clId="{F99F8FFF-BA20-43EA-924B-4DF5D2A785F3}" dt="2026-09-09T01:51:07.686" v="774" actId="700"/>
          <ac:spMkLst>
            <pc:docMk/>
            <pc:sldMk cId="1329308109" sldId="348"/>
            <ac:spMk id="2" creationId="{9E45E4DA-2289-D79A-4777-11121DF1A5F3}"/>
          </ac:spMkLst>
        </pc:spChg>
        <pc:spChg chg="del">
          <ac:chgData name="Weifeng Xu" userId="e7aed605-a3dd-4d5a-a692-a87037af107b" providerId="ADAL" clId="{F99F8FFF-BA20-43EA-924B-4DF5D2A785F3}" dt="2026-09-09T01:51:07.686" v="774" actId="700"/>
          <ac:spMkLst>
            <pc:docMk/>
            <pc:sldMk cId="1329308109" sldId="348"/>
            <ac:spMk id="3" creationId="{3D67B44A-8C45-BE29-8E51-EEAE25DFD220}"/>
          </ac:spMkLst>
        </pc:spChg>
        <pc:picChg chg="add">
          <ac:chgData name="Weifeng Xu" userId="e7aed605-a3dd-4d5a-a692-a87037af107b" providerId="ADAL" clId="{F99F8FFF-BA20-43EA-924B-4DF5D2A785F3}" dt="2026-09-09T01:51:09.198" v="775" actId="22"/>
          <ac:picMkLst>
            <pc:docMk/>
            <pc:sldMk cId="1329308109" sldId="348"/>
            <ac:picMk id="5" creationId="{C681E704-609E-8504-86AD-58602FE4734B}"/>
          </ac:picMkLst>
        </pc:picChg>
      </pc:sldChg>
      <pc:sldChg chg="addSp delSp new mod modClrScheme chgLayout">
        <pc:chgData name="Weifeng Xu" userId="e7aed605-a3dd-4d5a-a692-a87037af107b" providerId="ADAL" clId="{F99F8FFF-BA20-43EA-924B-4DF5D2A785F3}" dt="2026-09-09T02:24:23.447" v="875" actId="22"/>
        <pc:sldMkLst>
          <pc:docMk/>
          <pc:sldMk cId="3848052061" sldId="349"/>
        </pc:sldMkLst>
        <pc:spChg chg="del">
          <ac:chgData name="Weifeng Xu" userId="e7aed605-a3dd-4d5a-a692-a87037af107b" providerId="ADAL" clId="{F99F8FFF-BA20-43EA-924B-4DF5D2A785F3}" dt="2026-09-09T02:24:19.991" v="874" actId="700"/>
          <ac:spMkLst>
            <pc:docMk/>
            <pc:sldMk cId="3848052061" sldId="349"/>
            <ac:spMk id="2" creationId="{B82AE781-35C4-F0D0-E291-543ACCD44C54}"/>
          </ac:spMkLst>
        </pc:spChg>
        <pc:spChg chg="del">
          <ac:chgData name="Weifeng Xu" userId="e7aed605-a3dd-4d5a-a692-a87037af107b" providerId="ADAL" clId="{F99F8FFF-BA20-43EA-924B-4DF5D2A785F3}" dt="2026-09-09T02:24:19.991" v="874" actId="700"/>
          <ac:spMkLst>
            <pc:docMk/>
            <pc:sldMk cId="3848052061" sldId="349"/>
            <ac:spMk id="3" creationId="{40A1A2AB-F1D3-4EA1-D8D2-768CF36676AE}"/>
          </ac:spMkLst>
        </pc:spChg>
        <pc:picChg chg="add">
          <ac:chgData name="Weifeng Xu" userId="e7aed605-a3dd-4d5a-a692-a87037af107b" providerId="ADAL" clId="{F99F8FFF-BA20-43EA-924B-4DF5D2A785F3}" dt="2026-09-09T02:24:23.447" v="875" actId="22"/>
          <ac:picMkLst>
            <pc:docMk/>
            <pc:sldMk cId="3848052061" sldId="349"/>
            <ac:picMk id="5" creationId="{A3142BF6-3FAD-DDC3-5D96-308B3D260767}"/>
          </ac:picMkLst>
        </pc:picChg>
      </pc:sldChg>
      <pc:sldChg chg="addSp delSp modSp new mod">
        <pc:chgData name="Weifeng Xu" userId="e7aed605-a3dd-4d5a-a692-a87037af107b" providerId="ADAL" clId="{F99F8FFF-BA20-43EA-924B-4DF5D2A785F3}" dt="2026-09-09T02:49:04.726" v="927" actId="207"/>
        <pc:sldMkLst>
          <pc:docMk/>
          <pc:sldMk cId="33304323" sldId="350"/>
        </pc:sldMkLst>
        <pc:graphicFrameChg chg="add del mod">
          <ac:chgData name="Weifeng Xu" userId="e7aed605-a3dd-4d5a-a692-a87037af107b" providerId="ADAL" clId="{F99F8FFF-BA20-43EA-924B-4DF5D2A785F3}" dt="2026-09-09T02:31:55.237" v="880" actId="478"/>
          <ac:graphicFrameMkLst>
            <pc:docMk/>
            <pc:sldMk cId="33304323" sldId="350"/>
            <ac:graphicFrameMk id="2" creationId="{B6358670-BBFD-4CCC-491E-A0BEC1650026}"/>
          </ac:graphicFrameMkLst>
        </pc:graphicFrameChg>
        <pc:graphicFrameChg chg="add mod modGraphic">
          <ac:chgData name="Weifeng Xu" userId="e7aed605-a3dd-4d5a-a692-a87037af107b" providerId="ADAL" clId="{F99F8FFF-BA20-43EA-924B-4DF5D2A785F3}" dt="2026-09-09T02:49:04.726" v="927" actId="207"/>
          <ac:graphicFrameMkLst>
            <pc:docMk/>
            <pc:sldMk cId="33304323" sldId="350"/>
            <ac:graphicFrameMk id="3" creationId="{F5132D90-0E24-2DAB-7BBC-B95E43C39FF5}"/>
          </ac:graphicFrameMkLst>
        </pc:graphicFrameChg>
      </pc:sldChg>
      <pc:sldChg chg="addSp modSp new mod ord modClrScheme chgLayout">
        <pc:chgData name="Weifeng Xu" userId="e7aed605-a3dd-4d5a-a692-a87037af107b" providerId="ADAL" clId="{F99F8FFF-BA20-43EA-924B-4DF5D2A785F3}" dt="2026-09-09T13:38:41.839" v="1000" actId="113"/>
        <pc:sldMkLst>
          <pc:docMk/>
          <pc:sldMk cId="1203427894" sldId="351"/>
        </pc:sldMkLst>
        <pc:spChg chg="add mod">
          <ac:chgData name="Weifeng Xu" userId="e7aed605-a3dd-4d5a-a692-a87037af107b" providerId="ADAL" clId="{F99F8FFF-BA20-43EA-924B-4DF5D2A785F3}" dt="2026-09-09T02:50:40.719" v="932" actId="20577"/>
          <ac:spMkLst>
            <pc:docMk/>
            <pc:sldMk cId="1203427894" sldId="351"/>
            <ac:spMk id="2" creationId="{2A344F2D-811E-8C3B-B6D4-A27F6A962309}"/>
          </ac:spMkLst>
        </pc:spChg>
        <pc:spChg chg="add mod">
          <ac:chgData name="Weifeng Xu" userId="e7aed605-a3dd-4d5a-a692-a87037af107b" providerId="ADAL" clId="{F99F8FFF-BA20-43EA-924B-4DF5D2A785F3}" dt="2026-09-09T13:38:41.839" v="1000" actId="113"/>
          <ac:spMkLst>
            <pc:docMk/>
            <pc:sldMk cId="1203427894" sldId="351"/>
            <ac:spMk id="3" creationId="{615B777C-7CA7-3D54-A251-2384C3D53AEF}"/>
          </ac:spMkLst>
        </pc:spChg>
      </pc:sldChg>
      <pc:sldChg chg="addSp modSp new mod">
        <pc:chgData name="Weifeng Xu" userId="e7aed605-a3dd-4d5a-a692-a87037af107b" providerId="ADAL" clId="{F99F8FFF-BA20-43EA-924B-4DF5D2A785F3}" dt="2026-09-09T13:16:29.737" v="993" actId="1076"/>
        <pc:sldMkLst>
          <pc:docMk/>
          <pc:sldMk cId="208863911" sldId="352"/>
        </pc:sldMkLst>
        <pc:spChg chg="add mod">
          <ac:chgData name="Weifeng Xu" userId="e7aed605-a3dd-4d5a-a692-a87037af107b" providerId="ADAL" clId="{F99F8FFF-BA20-43EA-924B-4DF5D2A785F3}" dt="2026-09-09T13:16:29.737" v="993" actId="1076"/>
          <ac:spMkLst>
            <pc:docMk/>
            <pc:sldMk cId="208863911" sldId="352"/>
            <ac:spMk id="5" creationId="{031AB5E7-54F7-DC54-33FF-A980FFEEEB4C}"/>
          </ac:spMkLst>
        </pc:spChg>
        <pc:picChg chg="add mod">
          <ac:chgData name="Weifeng Xu" userId="e7aed605-a3dd-4d5a-a692-a87037af107b" providerId="ADAL" clId="{F99F8FFF-BA20-43EA-924B-4DF5D2A785F3}" dt="2026-09-09T13:10:18.036" v="978" actId="1076"/>
          <ac:picMkLst>
            <pc:docMk/>
            <pc:sldMk cId="208863911" sldId="352"/>
            <ac:picMk id="3" creationId="{015F5C89-D5A1-D0AB-5DB6-90D96F9AC1D1}"/>
          </ac:picMkLst>
        </pc:picChg>
      </pc:sldChg>
      <pc:sldChg chg="addSp new mod">
        <pc:chgData name="Weifeng Xu" userId="e7aed605-a3dd-4d5a-a692-a87037af107b" providerId="ADAL" clId="{F99F8FFF-BA20-43EA-924B-4DF5D2A785F3}" dt="2026-09-09T13:36:12.461" v="995" actId="22"/>
        <pc:sldMkLst>
          <pc:docMk/>
          <pc:sldMk cId="2125830824" sldId="353"/>
        </pc:sldMkLst>
        <pc:picChg chg="add">
          <ac:chgData name="Weifeng Xu" userId="e7aed605-a3dd-4d5a-a692-a87037af107b" providerId="ADAL" clId="{F99F8FFF-BA20-43EA-924B-4DF5D2A785F3}" dt="2026-09-09T13:36:12.461" v="995" actId="22"/>
          <ac:picMkLst>
            <pc:docMk/>
            <pc:sldMk cId="2125830824" sldId="353"/>
            <ac:picMk id="3" creationId="{000BD5CC-0BDC-C920-4EC0-AFCAC6417AB8}"/>
          </ac:picMkLst>
        </pc:picChg>
      </pc:sldChg>
      <pc:sldChg chg="addSp delSp modSp new mod modClrScheme chgLayout">
        <pc:chgData name="Weifeng Xu" userId="e7aed605-a3dd-4d5a-a692-a87037af107b" providerId="ADAL" clId="{F99F8FFF-BA20-43EA-924B-4DF5D2A785F3}" dt="2026-09-09T13:56:28.361" v="1012" actId="22"/>
        <pc:sldMkLst>
          <pc:docMk/>
          <pc:sldMk cId="1923217237" sldId="354"/>
        </pc:sldMkLst>
        <pc:spChg chg="add del mod">
          <ac:chgData name="Weifeng Xu" userId="e7aed605-a3dd-4d5a-a692-a87037af107b" providerId="ADAL" clId="{F99F8FFF-BA20-43EA-924B-4DF5D2A785F3}" dt="2026-09-09T13:49:08.392" v="1005" actId="22"/>
          <ac:spMkLst>
            <pc:docMk/>
            <pc:sldMk cId="1923217237" sldId="354"/>
            <ac:spMk id="3" creationId="{49EF9924-27E9-0AE7-E378-65E4E6A04092}"/>
          </ac:spMkLst>
        </pc:spChg>
        <pc:picChg chg="add del">
          <ac:chgData name="Weifeng Xu" userId="e7aed605-a3dd-4d5a-a692-a87037af107b" providerId="ADAL" clId="{F99F8FFF-BA20-43EA-924B-4DF5D2A785F3}" dt="2026-09-09T13:55:58.121" v="1007" actId="478"/>
          <ac:picMkLst>
            <pc:docMk/>
            <pc:sldMk cId="1923217237" sldId="354"/>
            <ac:picMk id="5" creationId="{66243A5C-B161-8C60-F214-0BB30E532D20}"/>
          </ac:picMkLst>
        </pc:picChg>
        <pc:picChg chg="add del mod">
          <ac:chgData name="Weifeng Xu" userId="e7aed605-a3dd-4d5a-a692-a87037af107b" providerId="ADAL" clId="{F99F8FFF-BA20-43EA-924B-4DF5D2A785F3}" dt="2026-09-09T13:56:22.678" v="1011" actId="478"/>
          <ac:picMkLst>
            <pc:docMk/>
            <pc:sldMk cId="1923217237" sldId="354"/>
            <ac:picMk id="7" creationId="{D1973426-5251-5023-F174-4475B8DDBE6E}"/>
          </ac:picMkLst>
        </pc:picChg>
        <pc:picChg chg="add">
          <ac:chgData name="Weifeng Xu" userId="e7aed605-a3dd-4d5a-a692-a87037af107b" providerId="ADAL" clId="{F99F8FFF-BA20-43EA-924B-4DF5D2A785F3}" dt="2026-09-09T13:56:28.361" v="1012" actId="22"/>
          <ac:picMkLst>
            <pc:docMk/>
            <pc:sldMk cId="1923217237" sldId="354"/>
            <ac:picMk id="9" creationId="{43E885A2-5497-04FA-A68B-799A67F32057}"/>
          </ac:picMkLst>
        </pc:picChg>
      </pc:sldChg>
      <pc:sldChg chg="addSp delSp modSp new mod modClrScheme chgLayout">
        <pc:chgData name="Weifeng Xu" userId="e7aed605-a3dd-4d5a-a692-a87037af107b" providerId="ADAL" clId="{F99F8FFF-BA20-43EA-924B-4DF5D2A785F3}" dt="2026-09-09T14:16:23.968" v="1193" actId="113"/>
        <pc:sldMkLst>
          <pc:docMk/>
          <pc:sldMk cId="35970386" sldId="355"/>
        </pc:sldMkLst>
        <pc:spChg chg="del">
          <ac:chgData name="Weifeng Xu" userId="e7aed605-a3dd-4d5a-a692-a87037af107b" providerId="ADAL" clId="{F99F8FFF-BA20-43EA-924B-4DF5D2A785F3}" dt="2026-09-09T14:00:08.900" v="1014" actId="700"/>
          <ac:spMkLst>
            <pc:docMk/>
            <pc:sldMk cId="35970386" sldId="355"/>
            <ac:spMk id="2" creationId="{22D1EE9B-0523-1355-2B22-D33956A013AA}"/>
          </ac:spMkLst>
        </pc:spChg>
        <pc:spChg chg="del">
          <ac:chgData name="Weifeng Xu" userId="e7aed605-a3dd-4d5a-a692-a87037af107b" providerId="ADAL" clId="{F99F8FFF-BA20-43EA-924B-4DF5D2A785F3}" dt="2026-09-09T14:00:08.900" v="1014" actId="700"/>
          <ac:spMkLst>
            <pc:docMk/>
            <pc:sldMk cId="35970386" sldId="355"/>
            <ac:spMk id="3" creationId="{5C2DAAB9-9564-36F7-FA80-BA4D0B40C93D}"/>
          </ac:spMkLst>
        </pc:spChg>
        <pc:graphicFrameChg chg="add del mod modGraphic">
          <ac:chgData name="Weifeng Xu" userId="e7aed605-a3dd-4d5a-a692-a87037af107b" providerId="ADAL" clId="{F99F8FFF-BA20-43EA-924B-4DF5D2A785F3}" dt="2026-09-09T14:02:48.509" v="1023" actId="478"/>
          <ac:graphicFrameMkLst>
            <pc:docMk/>
            <pc:sldMk cId="35970386" sldId="355"/>
            <ac:graphicFrameMk id="4" creationId="{D42F3587-96BC-9356-B968-BD336D86176C}"/>
          </ac:graphicFrameMkLst>
        </pc:graphicFrameChg>
        <pc:graphicFrameChg chg="add mod modGraphic">
          <ac:chgData name="Weifeng Xu" userId="e7aed605-a3dd-4d5a-a692-a87037af107b" providerId="ADAL" clId="{F99F8FFF-BA20-43EA-924B-4DF5D2A785F3}" dt="2026-09-09T14:16:23.968" v="1193" actId="113"/>
          <ac:graphicFrameMkLst>
            <pc:docMk/>
            <pc:sldMk cId="35970386" sldId="355"/>
            <ac:graphicFrameMk id="5" creationId="{13ED7278-B293-AF2F-69E8-BE8B6EFE8FBD}"/>
          </ac:graphicFrameMkLst>
        </pc:graphicFrameChg>
      </pc:sldChg>
      <pc:sldChg chg="addSp modSp new mod modClrScheme chgLayout">
        <pc:chgData name="Weifeng Xu" userId="e7aed605-a3dd-4d5a-a692-a87037af107b" providerId="ADAL" clId="{F99F8FFF-BA20-43EA-924B-4DF5D2A785F3}" dt="2026-09-09T14:14:33.555" v="1187" actId="6549"/>
        <pc:sldMkLst>
          <pc:docMk/>
          <pc:sldMk cId="994461688" sldId="356"/>
        </pc:sldMkLst>
        <pc:spChg chg="add mod">
          <ac:chgData name="Weifeng Xu" userId="e7aed605-a3dd-4d5a-a692-a87037af107b" providerId="ADAL" clId="{F99F8FFF-BA20-43EA-924B-4DF5D2A785F3}" dt="2026-09-09T14:14:33.555" v="1187" actId="6549"/>
          <ac:spMkLst>
            <pc:docMk/>
            <pc:sldMk cId="994461688" sldId="356"/>
            <ac:spMk id="2" creationId="{70B73B6D-FBC0-3DEE-5CC0-23D4D5DD30F9}"/>
          </ac:spMkLst>
        </pc:spChg>
        <pc:spChg chg="add mod">
          <ac:chgData name="Weifeng Xu" userId="e7aed605-a3dd-4d5a-a692-a87037af107b" providerId="ADAL" clId="{F99F8FFF-BA20-43EA-924B-4DF5D2A785F3}" dt="2026-09-09T14:13:48.539" v="1143" actId="20577"/>
          <ac:spMkLst>
            <pc:docMk/>
            <pc:sldMk cId="994461688" sldId="356"/>
            <ac:spMk id="3" creationId="{1B5F08B9-0BB9-E2CD-21D2-F60DE3439B6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41F6E3-57F9-402E-BDBA-5B2DE11C8530}" type="datetimeFigureOut">
              <a:rPr lang="en-US" smtClean="0"/>
              <a:t>9/24/2026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BF98C7-164A-4723-84F0-B1E4B080DDEC}" type="slidenum">
              <a:rPr lang="en-US" smtClean="0"/>
              <a:t>‹#›</a:t>
            </a:fld>
            <a:endParaRPr lang="en-US"/>
          </a:p>
        </p:txBody>
      </p:sp>
    </p:spTree>
    <p:extLst>
      <p:ext uri="{BB962C8B-B14F-4D97-AF65-F5344CB8AC3E}">
        <p14:creationId xmlns:p14="http://schemas.microsoft.com/office/powerpoint/2010/main" val="3424527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https://digitalcorpora.s3.amazonaws.com/corpora/mobile/android_10/Non-Cellebrite%20Extraction/Pixel%203.zip</a:t>
            </a:r>
          </a:p>
        </p:txBody>
      </p:sp>
      <p:sp>
        <p:nvSpPr>
          <p:cNvPr id="4" name="Slide Number Placeholder 3"/>
          <p:cNvSpPr>
            <a:spLocks noGrp="1"/>
          </p:cNvSpPr>
          <p:nvPr>
            <p:ph type="sldNum" sz="quarter" idx="5"/>
          </p:nvPr>
        </p:nvSpPr>
        <p:spPr/>
        <p:txBody>
          <a:bodyPr/>
          <a:lstStyle/>
          <a:p>
            <a:fld id="{DDBF98C7-164A-4723-84F0-B1E4B080DDEC}" type="slidenum">
              <a:rPr lang="en-US" smtClean="0"/>
              <a:t>1</a:t>
            </a:fld>
            <a:endParaRPr lang="en-US"/>
          </a:p>
        </p:txBody>
      </p:sp>
    </p:spTree>
    <p:extLst>
      <p:ext uri="{BB962C8B-B14F-4D97-AF65-F5344CB8AC3E}">
        <p14:creationId xmlns:p14="http://schemas.microsoft.com/office/powerpoint/2010/main" val="10544550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https://en.wikipedia.org/wiki/Android_(operating_system)</a:t>
            </a:r>
          </a:p>
          <a:p>
            <a:r>
              <a:rPr lang="en-US"/>
              <a:t>https://en.wikipedia.org/wiki/Google_mobile_services</a:t>
            </a:r>
          </a:p>
        </p:txBody>
      </p:sp>
      <p:sp>
        <p:nvSpPr>
          <p:cNvPr id="4" name="Slide Number Placeholder 3"/>
          <p:cNvSpPr>
            <a:spLocks noGrp="1"/>
          </p:cNvSpPr>
          <p:nvPr>
            <p:ph type="sldNum" sz="quarter" idx="5"/>
          </p:nvPr>
        </p:nvSpPr>
        <p:spPr/>
        <p:txBody>
          <a:bodyPr/>
          <a:lstStyle/>
          <a:p>
            <a:fld id="{DDBF98C7-164A-4723-84F0-B1E4B080DDEC}" type="slidenum">
              <a:rPr lang="en-US" smtClean="0"/>
              <a:t>6</a:t>
            </a:fld>
            <a:endParaRPr lang="en-US"/>
          </a:p>
        </p:txBody>
      </p:sp>
    </p:spTree>
    <p:extLst>
      <p:ext uri="{BB962C8B-B14F-4D97-AF65-F5344CB8AC3E}">
        <p14:creationId xmlns:p14="http://schemas.microsoft.com/office/powerpoint/2010/main" val="2068264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https://source.android.com/setup/start/build-numbers</a:t>
            </a:r>
          </a:p>
        </p:txBody>
      </p:sp>
      <p:sp>
        <p:nvSpPr>
          <p:cNvPr id="4" name="Slide Number Placeholder 3"/>
          <p:cNvSpPr>
            <a:spLocks noGrp="1"/>
          </p:cNvSpPr>
          <p:nvPr>
            <p:ph type="sldNum" sz="quarter" idx="5"/>
          </p:nvPr>
        </p:nvSpPr>
        <p:spPr/>
        <p:txBody>
          <a:bodyPr/>
          <a:lstStyle/>
          <a:p>
            <a:fld id="{DDBF98C7-164A-4723-84F0-B1E4B080DDEC}" type="slidenum">
              <a:rPr lang="en-US" smtClean="0"/>
              <a:t>10</a:t>
            </a:fld>
            <a:endParaRPr lang="en-US"/>
          </a:p>
        </p:txBody>
      </p:sp>
    </p:spTree>
    <p:extLst>
      <p:ext uri="{BB962C8B-B14F-4D97-AF65-F5344CB8AC3E}">
        <p14:creationId xmlns:p14="http://schemas.microsoft.com/office/powerpoint/2010/main" val="1400738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https://source.android.com/setup/start/build-numbers</a:t>
            </a:r>
          </a:p>
          <a:p>
            <a:endParaRPr lang="en-US" dirty="0"/>
          </a:p>
          <a:p>
            <a:r>
              <a:rPr lang="en-GB" dirty="0"/>
              <a:t>Each stage of the Android boot process involves completing specific tasks, preparing for the next stage, and then handing over control to the subsequent stage. Here's a breakdown of how this works across the key stages:</a:t>
            </a:r>
          </a:p>
          <a:p>
            <a:endParaRPr lang="en-GB" dirty="0"/>
          </a:p>
          <a:p>
            <a:r>
              <a:rPr lang="en-GB" dirty="0"/>
              <a:t>---</a:t>
            </a:r>
          </a:p>
          <a:p>
            <a:endParaRPr lang="en-GB" dirty="0"/>
          </a:p>
          <a:p>
            <a:r>
              <a:rPr lang="en-GB" dirty="0"/>
              <a:t>### **1. Boot ROM (Read-Only Memory)**  </a:t>
            </a:r>
          </a:p>
          <a:p>
            <a:r>
              <a:rPr lang="en-GB" dirty="0"/>
              <a:t>- **Tasks Completed**:  </a:t>
            </a:r>
          </a:p>
          <a:p>
            <a:r>
              <a:rPr lang="en-GB" dirty="0"/>
              <a:t>  - Executes when the device is powered on.  </a:t>
            </a:r>
          </a:p>
          <a:p>
            <a:r>
              <a:rPr lang="en-GB" dirty="0"/>
              <a:t>  - Detects the boot media (e.g., internal storage or external memory) to locate the bootloader.  </a:t>
            </a:r>
          </a:p>
          <a:p>
            <a:r>
              <a:rPr lang="en-GB" dirty="0"/>
              <a:t>  - Loads the first-stage bootloader into RAM.  </a:t>
            </a:r>
          </a:p>
          <a:p>
            <a:endParaRPr lang="en-GB" dirty="0"/>
          </a:p>
          <a:p>
            <a:r>
              <a:rPr lang="en-GB" dirty="0"/>
              <a:t>- **Preparation for Next Stage**:  </a:t>
            </a:r>
          </a:p>
          <a:p>
            <a:r>
              <a:rPr lang="en-GB" dirty="0"/>
              <a:t>  - Initializes minimal hardware components (e.g., CPU, clocks).  </a:t>
            </a:r>
          </a:p>
          <a:p>
            <a:r>
              <a:rPr lang="en-GB" dirty="0"/>
              <a:t>  - Ensures external RAM is ready for use.  </a:t>
            </a:r>
          </a:p>
          <a:p>
            <a:endParaRPr lang="en-GB" dirty="0"/>
          </a:p>
          <a:p>
            <a:r>
              <a:rPr lang="en-GB" dirty="0"/>
              <a:t>- **Control Transfer**:  </a:t>
            </a:r>
          </a:p>
          <a:p>
            <a:r>
              <a:rPr lang="en-GB" dirty="0"/>
              <a:t>  - Hands control to the **bootloader**.</a:t>
            </a:r>
          </a:p>
          <a:p>
            <a:endParaRPr lang="en-GB" dirty="0"/>
          </a:p>
          <a:p>
            <a:r>
              <a:rPr lang="en-GB" dirty="0"/>
              <a:t>---</a:t>
            </a:r>
          </a:p>
          <a:p>
            <a:endParaRPr lang="en-GB" dirty="0"/>
          </a:p>
          <a:p>
            <a:r>
              <a:rPr lang="en-GB" dirty="0"/>
              <a:t>### **2. Bootloader**  </a:t>
            </a:r>
          </a:p>
          <a:p>
            <a:r>
              <a:rPr lang="en-GB" dirty="0"/>
              <a:t>- **Tasks Completed**:  </a:t>
            </a:r>
          </a:p>
          <a:p>
            <a:r>
              <a:rPr lang="en-GB" dirty="0"/>
              <a:t>  - Sets up initial memory configurations.  </a:t>
            </a:r>
          </a:p>
          <a:p>
            <a:r>
              <a:rPr lang="en-GB" dirty="0"/>
              <a:t>  - Loads the Linux kernel and its associated RAM disk (temporary file system) into memory.  </a:t>
            </a:r>
          </a:p>
          <a:p>
            <a:r>
              <a:rPr lang="en-GB" dirty="0"/>
              <a:t>  - Handles security checks (e.g., locked/unlocked bootloader).  </a:t>
            </a:r>
          </a:p>
          <a:p>
            <a:endParaRPr lang="en-GB" dirty="0"/>
          </a:p>
          <a:p>
            <a:r>
              <a:rPr lang="en-GB" dirty="0"/>
              <a:t>- **Preparation for Next Stage**:  </a:t>
            </a:r>
          </a:p>
          <a:p>
            <a:r>
              <a:rPr lang="en-GB" dirty="0"/>
              <a:t>  - Configures file systems, additional memory, and low-level security options.  </a:t>
            </a:r>
          </a:p>
          <a:p>
            <a:r>
              <a:rPr lang="en-GB" dirty="0"/>
              <a:t>  - Prepares the environment for the kernel to execute.  </a:t>
            </a:r>
          </a:p>
          <a:p>
            <a:endParaRPr lang="en-GB" dirty="0"/>
          </a:p>
          <a:p>
            <a:r>
              <a:rPr lang="en-GB" dirty="0"/>
              <a:t>- **Control Transfer**:  </a:t>
            </a:r>
          </a:p>
          <a:p>
            <a:r>
              <a:rPr lang="en-GB" dirty="0"/>
              <a:t>  - Jumps to the **Linux kernel** after decompressing it in memory.</a:t>
            </a:r>
          </a:p>
          <a:p>
            <a:endParaRPr lang="en-GB" dirty="0"/>
          </a:p>
          <a:p>
            <a:r>
              <a:rPr lang="en-GB" dirty="0"/>
              <a:t>---</a:t>
            </a:r>
          </a:p>
          <a:p>
            <a:endParaRPr lang="en-GB" dirty="0"/>
          </a:p>
          <a:p>
            <a:r>
              <a:rPr lang="en-GB" dirty="0"/>
              <a:t>### **3. Linux Kernel**  </a:t>
            </a:r>
          </a:p>
          <a:p>
            <a:r>
              <a:rPr lang="en-GB" dirty="0"/>
              <a:t>- **Tasks Completed**:  </a:t>
            </a:r>
          </a:p>
          <a:p>
            <a:r>
              <a:rPr lang="en-GB" dirty="0"/>
              <a:t>  - Initializes hardware drivers (e.g., interrupt controllers, memory management units, caches).  </a:t>
            </a:r>
          </a:p>
          <a:p>
            <a:r>
              <a:rPr lang="en-GB" dirty="0"/>
              <a:t>  - Sets up virtual memory and scheduling mechanisms.  </a:t>
            </a:r>
          </a:p>
          <a:p>
            <a:endParaRPr lang="en-GB" dirty="0"/>
          </a:p>
          <a:p>
            <a:r>
              <a:rPr lang="en-GB" dirty="0"/>
              <a:t>- **Preparation for Next Stage**:  </a:t>
            </a:r>
          </a:p>
          <a:p>
            <a:r>
              <a:rPr lang="en-GB" dirty="0"/>
              <a:t>  - Mounts the root file system.  </a:t>
            </a:r>
          </a:p>
          <a:p>
            <a:r>
              <a:rPr lang="en-GB" dirty="0"/>
              <a:t>  - Locates the `</a:t>
            </a:r>
            <a:r>
              <a:rPr lang="en-GB" dirty="0" err="1"/>
              <a:t>init</a:t>
            </a:r>
            <a:r>
              <a:rPr lang="en-GB" dirty="0"/>
              <a:t>` process (found in `/system/core/</a:t>
            </a:r>
            <a:r>
              <a:rPr lang="en-GB" dirty="0" err="1"/>
              <a:t>init</a:t>
            </a:r>
            <a:r>
              <a:rPr lang="en-GB" dirty="0"/>
              <a:t>`) to serve as the first user-space process.  </a:t>
            </a:r>
          </a:p>
          <a:p>
            <a:endParaRPr lang="en-GB" dirty="0"/>
          </a:p>
          <a:p>
            <a:r>
              <a:rPr lang="en-GB" dirty="0"/>
              <a:t>- **Control Transfer**:  </a:t>
            </a:r>
          </a:p>
          <a:p>
            <a:r>
              <a:rPr lang="en-GB" dirty="0"/>
              <a:t>  - Passes control to the **</a:t>
            </a:r>
            <a:r>
              <a:rPr lang="en-GB" dirty="0" err="1"/>
              <a:t>init</a:t>
            </a:r>
            <a:r>
              <a:rPr lang="en-GB" dirty="0"/>
              <a:t> process**.</a:t>
            </a:r>
          </a:p>
          <a:p>
            <a:endParaRPr lang="en-GB" dirty="0"/>
          </a:p>
          <a:p>
            <a:r>
              <a:rPr lang="en-GB" dirty="0"/>
              <a:t>---</a:t>
            </a:r>
          </a:p>
          <a:p>
            <a:endParaRPr lang="en-GB" dirty="0"/>
          </a:p>
          <a:p>
            <a:r>
              <a:rPr lang="en-GB" dirty="0"/>
              <a:t>### **4. Init Process**  </a:t>
            </a:r>
          </a:p>
          <a:p>
            <a:r>
              <a:rPr lang="en-GB" dirty="0"/>
              <a:t>- **Tasks Completed**:  </a:t>
            </a:r>
          </a:p>
          <a:p>
            <a:r>
              <a:rPr lang="en-GB" dirty="0"/>
              <a:t>  - Parses initialization scripts (`</a:t>
            </a:r>
            <a:r>
              <a:rPr lang="en-GB" dirty="0" err="1"/>
              <a:t>init.rc</a:t>
            </a:r>
            <a:r>
              <a:rPr lang="en-GB" dirty="0"/>
              <a:t>` or `</a:t>
            </a:r>
            <a:r>
              <a:rPr lang="en-GB" dirty="0" err="1"/>
              <a:t>init</a:t>
            </a:r>
            <a:r>
              <a:rPr lang="en-GB" dirty="0"/>
              <a:t>&lt;machine name&gt;.</a:t>
            </a:r>
            <a:r>
              <a:rPr lang="en-GB" dirty="0" err="1"/>
              <a:t>rc</a:t>
            </a:r>
            <a:r>
              <a:rPr lang="en-GB" dirty="0"/>
              <a:t>`).  </a:t>
            </a:r>
          </a:p>
          <a:p>
            <a:r>
              <a:rPr lang="en-GB" dirty="0"/>
              <a:t>  - Sets up system services, file systems, and other parameters defined in the script.  </a:t>
            </a:r>
          </a:p>
          <a:p>
            <a:endParaRPr lang="en-GB" dirty="0"/>
          </a:p>
          <a:p>
            <a:r>
              <a:rPr lang="en-GB" dirty="0"/>
              <a:t>- **Preparation for Next Stage**:  </a:t>
            </a:r>
          </a:p>
          <a:p>
            <a:r>
              <a:rPr lang="en-GB" dirty="0"/>
              <a:t>  - Launches core system services and processes.  </a:t>
            </a:r>
          </a:p>
          <a:p>
            <a:r>
              <a:rPr lang="en-GB" dirty="0"/>
              <a:t>  - Starts the **Zygote process**, which preloads common application classes and initializes the Dalvik/ART runtime.  </a:t>
            </a:r>
          </a:p>
          <a:p>
            <a:endParaRPr lang="en-GB" dirty="0"/>
          </a:p>
          <a:p>
            <a:r>
              <a:rPr lang="en-GB" dirty="0"/>
              <a:t>- **Control Transfer**:  </a:t>
            </a:r>
          </a:p>
          <a:p>
            <a:r>
              <a:rPr lang="en-GB" dirty="0"/>
              <a:t>  - Hands control to the **Zygote process**.</a:t>
            </a:r>
          </a:p>
          <a:p>
            <a:endParaRPr lang="en-GB" dirty="0"/>
          </a:p>
          <a:p>
            <a:r>
              <a:rPr lang="en-GB" dirty="0"/>
              <a:t>---</a:t>
            </a:r>
          </a:p>
          <a:p>
            <a:endParaRPr lang="en-GB" dirty="0"/>
          </a:p>
          <a:p>
            <a:r>
              <a:rPr lang="en-GB" dirty="0"/>
              <a:t>### **5. Zygote and Dalvik/ART**  </a:t>
            </a:r>
          </a:p>
          <a:p>
            <a:r>
              <a:rPr lang="en-GB" dirty="0"/>
              <a:t>- **Tasks Completed**:  </a:t>
            </a:r>
          </a:p>
          <a:p>
            <a:r>
              <a:rPr lang="en-GB" dirty="0"/>
              <a:t>  - Preloads common application classes and resources into memory.  </a:t>
            </a:r>
          </a:p>
          <a:p>
            <a:r>
              <a:rPr lang="en-GB" dirty="0"/>
              <a:t>  - Initializes the Android Runtime (ART) or Dalvik Virtual Machine (DVM).  </a:t>
            </a:r>
          </a:p>
          <a:p>
            <a:endParaRPr lang="en-GB" dirty="0"/>
          </a:p>
          <a:p>
            <a:r>
              <a:rPr lang="en-GB" dirty="0"/>
              <a:t>- **Preparation for Next Stage**:  </a:t>
            </a:r>
          </a:p>
          <a:p>
            <a:r>
              <a:rPr lang="en-GB" dirty="0"/>
              <a:t>  - Speeds up app launches by sharing preloaded code across all apps.  </a:t>
            </a:r>
          </a:p>
          <a:p>
            <a:r>
              <a:rPr lang="en-GB" dirty="0"/>
              <a:t>  - Prepares the environment for launching the **System Server**.  </a:t>
            </a:r>
          </a:p>
          <a:p>
            <a:endParaRPr lang="en-GB" dirty="0"/>
          </a:p>
          <a:p>
            <a:r>
              <a:rPr lang="en-GB" dirty="0"/>
              <a:t>- **Control Transfer**:  </a:t>
            </a:r>
          </a:p>
          <a:p>
            <a:r>
              <a:rPr lang="en-GB" dirty="0"/>
              <a:t>  - Passes control to the **System Server**.</a:t>
            </a:r>
          </a:p>
          <a:p>
            <a:endParaRPr lang="en-GB" dirty="0"/>
          </a:p>
          <a:p>
            <a:r>
              <a:rPr lang="en-GB" dirty="0"/>
              <a:t>---</a:t>
            </a:r>
          </a:p>
          <a:p>
            <a:endParaRPr lang="en-GB" dirty="0"/>
          </a:p>
          <a:p>
            <a:r>
              <a:rPr lang="en-GB" dirty="0"/>
              <a:t>### **6. System Server**  </a:t>
            </a:r>
          </a:p>
          <a:p>
            <a:r>
              <a:rPr lang="en-GB" dirty="0"/>
              <a:t>- **Tasks Completed**:  </a:t>
            </a:r>
          </a:p>
          <a:p>
            <a:r>
              <a:rPr lang="en-GB" dirty="0"/>
              <a:t>  - Starts core Android services:  </a:t>
            </a:r>
          </a:p>
          <a:p>
            <a:r>
              <a:rPr lang="en-GB" dirty="0"/>
              <a:t>    - Activity Manager, Package Manager, Window Manager, etc.  </a:t>
            </a:r>
          </a:p>
          <a:p>
            <a:r>
              <a:rPr lang="en-GB" dirty="0"/>
              <a:t>    - Telephony registry, alarm manager, sensor service, Bluetooth service, etc.  </a:t>
            </a:r>
          </a:p>
          <a:p>
            <a:r>
              <a:rPr lang="en-GB" dirty="0"/>
              <a:t>  - Manages system-wide functionalities like notifications, location services, and audio settings.  </a:t>
            </a:r>
          </a:p>
          <a:p>
            <a:endParaRPr lang="en-GB" dirty="0"/>
          </a:p>
          <a:p>
            <a:r>
              <a:rPr lang="en-GB" dirty="0"/>
              <a:t>- **Preparation for Next Stage**:  </a:t>
            </a:r>
          </a:p>
          <a:p>
            <a:r>
              <a:rPr lang="en-GB" dirty="0"/>
              <a:t>  - Completes the initialization of the Android framework.  </a:t>
            </a:r>
          </a:p>
          <a:p>
            <a:r>
              <a:rPr lang="en-GB" dirty="0"/>
              <a:t>  - Broadcasts the `ACTION_BOOT_COMPLETED` intent to signal that the boot process is complete.  </a:t>
            </a:r>
          </a:p>
          <a:p>
            <a:endParaRPr lang="en-GB" dirty="0"/>
          </a:p>
          <a:p>
            <a:r>
              <a:rPr lang="en-GB" dirty="0"/>
              <a:t>- **Control Transfer**:  </a:t>
            </a:r>
          </a:p>
          <a:p>
            <a:r>
              <a:rPr lang="en-GB" dirty="0"/>
              <a:t>  - Allows third-party apps and services to start running by responding to the `ACTION_BOOT_COMPLETED` broadcast.</a:t>
            </a:r>
          </a:p>
          <a:p>
            <a:endParaRPr lang="en-GB" dirty="0"/>
          </a:p>
          <a:p>
            <a:r>
              <a:rPr lang="en-GB" dirty="0"/>
              <a:t>---</a:t>
            </a:r>
          </a:p>
          <a:p>
            <a:endParaRPr lang="en-GB" dirty="0"/>
          </a:p>
          <a:p>
            <a:r>
              <a:rPr lang="en-GB" dirty="0"/>
              <a:t>### **7. User-Space Services and Apps**  </a:t>
            </a:r>
          </a:p>
          <a:p>
            <a:r>
              <a:rPr lang="en-GB" dirty="0"/>
              <a:t>- **Tasks Completed**:  </a:t>
            </a:r>
          </a:p>
          <a:p>
            <a:r>
              <a:rPr lang="en-GB" dirty="0"/>
              <a:t>  - Third-party apps and services register to receive the `ACTION_BOOT_COMPLETED` broadcast.  </a:t>
            </a:r>
          </a:p>
          <a:p>
            <a:r>
              <a:rPr lang="en-GB" dirty="0"/>
              <a:t>  - Custom services or apps can perform actions (e.g., setting alarms, initializing background tasks).  </a:t>
            </a:r>
          </a:p>
          <a:p>
            <a:endParaRPr lang="en-GB" dirty="0"/>
          </a:p>
          <a:p>
            <a:r>
              <a:rPr lang="en-GB" dirty="0"/>
              <a:t>- **Preparation for Next Stage**:  </a:t>
            </a:r>
          </a:p>
          <a:p>
            <a:r>
              <a:rPr lang="en-GB" dirty="0"/>
              <a:t>  - The system is now fully operational, and the user interface is ready for interaction.  </a:t>
            </a:r>
          </a:p>
          <a:p>
            <a:endParaRPr lang="en-GB" dirty="0"/>
          </a:p>
          <a:p>
            <a:r>
              <a:rPr lang="en-GB" dirty="0"/>
              <a:t>- **Control Transfer**:  </a:t>
            </a:r>
          </a:p>
          <a:p>
            <a:r>
              <a:rPr lang="en-GB" dirty="0"/>
              <a:t>  - Control is handed over to the user, who can interact with the device.</a:t>
            </a:r>
          </a:p>
          <a:p>
            <a:endParaRPr lang="en-GB" dirty="0"/>
          </a:p>
          <a:p>
            <a:r>
              <a:rPr lang="en-GB" dirty="0"/>
              <a:t>---</a:t>
            </a:r>
          </a:p>
          <a:p>
            <a:endParaRPr lang="en-GB" dirty="0"/>
          </a:p>
          <a:p>
            <a:r>
              <a:rPr lang="en-GB" dirty="0"/>
              <a:t>### Summary Table of Boot Process Stages</a:t>
            </a:r>
          </a:p>
          <a:p>
            <a:endParaRPr lang="en-GB" dirty="0"/>
          </a:p>
          <a:p>
            <a:r>
              <a:rPr lang="en-GB" dirty="0"/>
              <a:t>| **Stage**            | **Tasks Completed**                                                                 | **Preparation for Next Stage**                                   | **Control Transfer**           |</a:t>
            </a:r>
          </a:p>
          <a:p>
            <a:r>
              <a:rPr lang="en-GB" dirty="0"/>
              <a:t>|-----------------------|-------------------------------------------------------------------------------------|------------------------------------------------------------------|---------------------------------|</a:t>
            </a:r>
          </a:p>
          <a:p>
            <a:r>
              <a:rPr lang="en-GB" dirty="0"/>
              <a:t>| **Boot ROM**          | Detects boot media, loads bootloader                                               | Initializes minimal hardware                                     | Bootloader                     |</a:t>
            </a:r>
          </a:p>
          <a:p>
            <a:r>
              <a:rPr lang="en-GB" dirty="0"/>
              <a:t>| **Bootloader**        | Loads kernel and RAM disk, handles security                                        | Configures memory, file systems, and low-level settings          | Linux Kernel                   |</a:t>
            </a:r>
          </a:p>
          <a:p>
            <a:r>
              <a:rPr lang="en-GB" dirty="0"/>
              <a:t>| **Linux Kernel**      | Initializes hardware drivers, sets up memory management                            | Mounts root file system, locates `</a:t>
            </a:r>
            <a:r>
              <a:rPr lang="en-GB" dirty="0" err="1"/>
              <a:t>init</a:t>
            </a:r>
            <a:r>
              <a:rPr lang="en-GB" dirty="0"/>
              <a:t>` process                  | Init Process                   |</a:t>
            </a:r>
          </a:p>
          <a:p>
            <a:r>
              <a:rPr lang="en-GB" dirty="0"/>
              <a:t>| **Init Process**      | Parses `</a:t>
            </a:r>
            <a:r>
              <a:rPr lang="en-GB" dirty="0" err="1"/>
              <a:t>init.rc</a:t>
            </a:r>
            <a:r>
              <a:rPr lang="en-GB" dirty="0"/>
              <a:t>`, starts core services                                              | Launches Zygote process                                          | Zygote                         |</a:t>
            </a:r>
          </a:p>
          <a:p>
            <a:r>
              <a:rPr lang="en-GB" dirty="0"/>
              <a:t>| **Zygote**            | Preloads app classes, initializes ART/Dalvik                                       | Prepares environment for System Server                          | System Server                  |</a:t>
            </a:r>
          </a:p>
          <a:p>
            <a:r>
              <a:rPr lang="en-GB" dirty="0"/>
              <a:t>| **System Server**     | Starts core Android services (Activity Manager, etc.)                              | Broadcasts `ACTION_BOOT_COMPLETED`                               | User-space apps/services       |</a:t>
            </a:r>
          </a:p>
          <a:p>
            <a:r>
              <a:rPr lang="en-GB" dirty="0"/>
              <a:t>| **User-Space Apps**   | Responds to `ACTION_BOOT_COMPLETED`, performs custom actions                       | Fully operational system                                         | User Interaction               |</a:t>
            </a:r>
          </a:p>
          <a:p>
            <a:endParaRPr lang="en-GB" dirty="0"/>
          </a:p>
          <a:p>
            <a:r>
              <a:rPr lang="en-GB" dirty="0"/>
              <a:t>---</a:t>
            </a:r>
          </a:p>
          <a:p>
            <a:endParaRPr lang="en-GB" dirty="0"/>
          </a:p>
          <a:p>
            <a:r>
              <a:rPr lang="en-GB" dirty="0"/>
              <a:t>This sequential flow ensures that each stage builds upon the previous one, creating a stable and functional Android environment by the time the user gains control.</a:t>
            </a:r>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11</a:t>
            </a:fld>
            <a:endParaRPr lang="en-US"/>
          </a:p>
        </p:txBody>
      </p:sp>
    </p:spTree>
    <p:extLst>
      <p:ext uri="{BB962C8B-B14F-4D97-AF65-F5344CB8AC3E}">
        <p14:creationId xmlns:p14="http://schemas.microsoft.com/office/powerpoint/2010/main" val="6051467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https://medium.com/@deepamgoel/understanding-android-architecture-1f0fb4b52f90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https://source.android.com/devices/architecture</a:t>
            </a:r>
          </a:p>
          <a:p>
            <a:endParaRPr lang="en-US"/>
          </a:p>
        </p:txBody>
      </p:sp>
      <p:sp>
        <p:nvSpPr>
          <p:cNvPr id="4" name="Slide Number Placeholder 3"/>
          <p:cNvSpPr>
            <a:spLocks noGrp="1"/>
          </p:cNvSpPr>
          <p:nvPr>
            <p:ph type="sldNum" sz="quarter" idx="5"/>
          </p:nvPr>
        </p:nvSpPr>
        <p:spPr/>
        <p:txBody>
          <a:bodyPr/>
          <a:lstStyle/>
          <a:p>
            <a:fld id="{DDBF98C7-164A-4723-84F0-B1E4B080DDEC}" type="slidenum">
              <a:rPr lang="en-US" smtClean="0"/>
              <a:t>15</a:t>
            </a:fld>
            <a:endParaRPr lang="en-US"/>
          </a:p>
        </p:txBody>
      </p:sp>
    </p:spTree>
    <p:extLst>
      <p:ext uri="{BB962C8B-B14F-4D97-AF65-F5344CB8AC3E}">
        <p14:creationId xmlns:p14="http://schemas.microsoft.com/office/powerpoint/2010/main" val="1599368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https://developers.google.com/android/guides/overview</a:t>
            </a:r>
          </a:p>
        </p:txBody>
      </p:sp>
      <p:sp>
        <p:nvSpPr>
          <p:cNvPr id="4" name="Slide Number Placeholder 3"/>
          <p:cNvSpPr>
            <a:spLocks noGrp="1"/>
          </p:cNvSpPr>
          <p:nvPr>
            <p:ph type="sldNum" sz="quarter" idx="5"/>
          </p:nvPr>
        </p:nvSpPr>
        <p:spPr/>
        <p:txBody>
          <a:bodyPr/>
          <a:lstStyle/>
          <a:p>
            <a:fld id="{DDBF98C7-164A-4723-84F0-B1E4B080DDEC}" type="slidenum">
              <a:rPr lang="en-US" smtClean="0"/>
              <a:t>17</a:t>
            </a:fld>
            <a:endParaRPr lang="en-US"/>
          </a:p>
        </p:txBody>
      </p:sp>
    </p:spTree>
    <p:extLst>
      <p:ext uri="{BB962C8B-B14F-4D97-AF65-F5344CB8AC3E}">
        <p14:creationId xmlns:p14="http://schemas.microsoft.com/office/powerpoint/2010/main" val="33559872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https://medium.com/android-news/closer-look-at-android-runtime-dvm-vs-art-1dc5240c3924</a:t>
            </a:r>
          </a:p>
          <a:p>
            <a:r>
              <a:rPr lang="en-US" dirty="0"/>
              <a:t>https://stackoverflow.com/questions/28435860/what-does-oat-mean</a:t>
            </a:r>
          </a:p>
          <a:p>
            <a:endParaRPr lang="en-US" dirty="0"/>
          </a:p>
          <a:p>
            <a:r>
              <a:rPr lang="en-GB" dirty="0"/>
              <a:t>The </a:t>
            </a:r>
            <a:r>
              <a:rPr lang="en-GB" b="1" dirty="0"/>
              <a:t>Dalvik Virtual Machine (DVM)</a:t>
            </a:r>
            <a:r>
              <a:rPr lang="en-GB" dirty="0"/>
              <a:t> was named after the </a:t>
            </a:r>
            <a:r>
              <a:rPr lang="en-GB" b="1" dirty="0"/>
              <a:t>Dalvik village</a:t>
            </a:r>
            <a:r>
              <a:rPr lang="en-GB" dirty="0"/>
              <a:t> in </a:t>
            </a:r>
            <a:r>
              <a:rPr lang="en-GB" b="1" dirty="0"/>
              <a:t>Iceland</a:t>
            </a:r>
            <a:r>
              <a:rPr lang="en-GB" dirty="0"/>
              <a:t>, which is the hometown of </a:t>
            </a:r>
            <a:r>
              <a:rPr lang="en-GB" b="1" dirty="0"/>
              <a:t>Dan Bornstein</a:t>
            </a:r>
            <a:r>
              <a:rPr lang="en-GB" dirty="0"/>
              <a:t>, the Google engineer who led the development of Dalvik.</a:t>
            </a:r>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18</a:t>
            </a:fld>
            <a:endParaRPr lang="en-US"/>
          </a:p>
        </p:txBody>
      </p:sp>
    </p:spTree>
    <p:extLst>
      <p:ext uri="{BB962C8B-B14F-4D97-AF65-F5344CB8AC3E}">
        <p14:creationId xmlns:p14="http://schemas.microsoft.com/office/powerpoint/2010/main" val="140607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https://community.nxp.com/t5/i-MX-Processors-Knowledge-Base/The-Android-Booting-process/ta-p/1129182</a:t>
            </a:r>
          </a:p>
          <a:p>
            <a:r>
              <a:rPr lang="en-US" dirty="0"/>
              <a:t>https://www.quora.com/How-does-Android-boot-process-work</a:t>
            </a:r>
          </a:p>
        </p:txBody>
      </p:sp>
      <p:sp>
        <p:nvSpPr>
          <p:cNvPr id="4" name="Slide Number Placeholder 3"/>
          <p:cNvSpPr>
            <a:spLocks noGrp="1"/>
          </p:cNvSpPr>
          <p:nvPr>
            <p:ph type="sldNum" sz="quarter" idx="5"/>
          </p:nvPr>
        </p:nvSpPr>
        <p:spPr/>
        <p:txBody>
          <a:bodyPr/>
          <a:lstStyle/>
          <a:p>
            <a:fld id="{DDBF98C7-164A-4723-84F0-B1E4B080DDEC}" type="slidenum">
              <a:rPr lang="en-US" smtClean="0"/>
              <a:t>23</a:t>
            </a:fld>
            <a:endParaRPr lang="en-US"/>
          </a:p>
        </p:txBody>
      </p:sp>
    </p:spTree>
    <p:extLst>
      <p:ext uri="{BB962C8B-B14F-4D97-AF65-F5344CB8AC3E}">
        <p14:creationId xmlns:p14="http://schemas.microsoft.com/office/powerpoint/2010/main" val="2720911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https://community.nxp.com/t5/i-MX-Processors-Knowledge-Base/The-Android-Booting-process/ta-p/1129182</a:t>
            </a:r>
          </a:p>
          <a:p>
            <a:r>
              <a:rPr lang="en-US" dirty="0"/>
              <a:t>https://www.quora.com/How-does-Android-boot-process-work</a:t>
            </a:r>
          </a:p>
          <a:p>
            <a:r>
              <a:rPr lang="en-US" b="0" i="0" dirty="0">
                <a:solidFill>
                  <a:srgbClr val="001D35"/>
                </a:solidFill>
                <a:effectLst/>
                <a:latin typeface="Google Sans"/>
              </a:rPr>
              <a:t>GNU </a:t>
            </a:r>
            <a:r>
              <a:rPr lang="en-US" b="0" i="0" dirty="0" err="1">
                <a:solidFill>
                  <a:srgbClr val="001D35"/>
                </a:solidFill>
                <a:effectLst/>
                <a:latin typeface="Google Sans"/>
              </a:rPr>
              <a:t>GRand</a:t>
            </a:r>
            <a:r>
              <a:rPr lang="en-US" b="0" i="0" dirty="0">
                <a:solidFill>
                  <a:srgbClr val="001D35"/>
                </a:solidFill>
                <a:effectLst/>
                <a:latin typeface="Google Sans"/>
              </a:rPr>
              <a:t> Unified Bootloader</a:t>
            </a:r>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24</a:t>
            </a:fld>
            <a:endParaRPr lang="en-US"/>
          </a:p>
        </p:txBody>
      </p:sp>
    </p:spTree>
    <p:extLst>
      <p:ext uri="{BB962C8B-B14F-4D97-AF65-F5344CB8AC3E}">
        <p14:creationId xmlns:p14="http://schemas.microsoft.com/office/powerpoint/2010/main" val="14122048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400" kern="1200">
              <a:solidFill>
                <a:schemeClr val="tx1"/>
              </a:solidFill>
              <a:latin typeface="+mj-lt"/>
              <a:ea typeface="+mj-ea"/>
              <a:cs typeface="+mj-cs"/>
            </a:endParaRPr>
          </a:p>
        </p:txBody>
      </p:sp>
      <p:sp>
        <p:nvSpPr>
          <p:cNvPr id="4" name="Slide Number Placeholder 3"/>
          <p:cNvSpPr>
            <a:spLocks noGrp="1"/>
          </p:cNvSpPr>
          <p:nvPr>
            <p:ph type="sldNum" sz="quarter" idx="5"/>
          </p:nvPr>
        </p:nvSpPr>
        <p:spPr/>
        <p:txBody>
          <a:bodyPr/>
          <a:lstStyle/>
          <a:p>
            <a:fld id="{DDBF98C7-164A-4723-84F0-B1E4B080DDEC}" type="slidenum">
              <a:rPr lang="en-US" smtClean="0"/>
              <a:t>27</a:t>
            </a:fld>
            <a:endParaRPr lang="en-US"/>
          </a:p>
        </p:txBody>
      </p:sp>
    </p:spTree>
    <p:extLst>
      <p:ext uri="{BB962C8B-B14F-4D97-AF65-F5344CB8AC3E}">
        <p14:creationId xmlns:p14="http://schemas.microsoft.com/office/powerpoint/2010/main" val="30391093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BF98C7-164A-4723-84F0-B1E4B080DDEC}" type="slidenum">
              <a:rPr lang="en-US" smtClean="0"/>
              <a:t>42</a:t>
            </a:fld>
            <a:endParaRPr lang="en-US"/>
          </a:p>
        </p:txBody>
      </p:sp>
    </p:spTree>
    <p:extLst>
      <p:ext uri="{BB962C8B-B14F-4D97-AF65-F5344CB8AC3E}">
        <p14:creationId xmlns:p14="http://schemas.microsoft.com/office/powerpoint/2010/main" val="1589572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263717A-E3C1-4BED-ABE0-B7069385E023}"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2766646" cy="365125"/>
          </a:xfrm>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821171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430622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63717A-E3C1-4BED-ABE0-B7069385E023}"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993569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63717A-E3C1-4BED-ABE0-B7069385E023}"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858911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63717A-E3C1-4BED-ABE0-B7069385E023}"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771692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63717A-E3C1-4BED-ABE0-B7069385E023}"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600089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63717A-E3C1-4BED-ABE0-B7069385E023}"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1996400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330900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1948037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176965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795900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63717A-E3C1-4BED-ABE0-B7069385E023}" type="datetimeFigureOut">
              <a:rPr lang="en-US" smtClean="0"/>
              <a:t>9/24/2026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E6F5B0-BCF1-4291-802C-4ED5F9057036}" type="slidenum">
              <a:rPr lang="en-US" smtClean="0"/>
              <a:t>‹#›</a:t>
            </a:fld>
            <a:endParaRPr lang="en-US"/>
          </a:p>
        </p:txBody>
      </p:sp>
      <p:pic>
        <p:nvPicPr>
          <p:cNvPr id="1026" name="Picture 2" descr="United States Department of Justice - Wikipedia"/>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04663" y="6429241"/>
            <a:ext cx="379628" cy="37962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JP PMP Logi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684291" y="6519834"/>
            <a:ext cx="420444" cy="20164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niversity of Baltimore Issues Marketing RFP - PR News"/>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54993" y="6286831"/>
            <a:ext cx="1571896" cy="66444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ile:Towson University logo horiz 2019.png - Wikimedia Commons"/>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1272985" y="6456351"/>
            <a:ext cx="1202235" cy="414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574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s.statcounter.com/os-market-share/mobile/worldwide"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6BAF9-88AC-4600-B511-347782B9C875}"/>
              </a:ext>
            </a:extLst>
          </p:cNvPr>
          <p:cNvSpPr>
            <a:spLocks noGrp="1"/>
          </p:cNvSpPr>
          <p:nvPr>
            <p:ph type="ctrTitle"/>
          </p:nvPr>
        </p:nvSpPr>
        <p:spPr/>
        <p:txBody>
          <a:bodyPr/>
          <a:lstStyle/>
          <a:p>
            <a:r>
              <a:rPr lang="en-GB" dirty="0"/>
              <a:t>Investigating Pixel Device </a:t>
            </a:r>
            <a:endParaRPr lang="en-US" dirty="0"/>
          </a:p>
        </p:txBody>
      </p:sp>
      <p:sp>
        <p:nvSpPr>
          <p:cNvPr id="3" name="Subtitle 2">
            <a:extLst>
              <a:ext uri="{FF2B5EF4-FFF2-40B4-BE49-F238E27FC236}">
                <a16:creationId xmlns:a16="http://schemas.microsoft.com/office/drawing/2014/main" id="{58CD3106-2EE0-40F4-8C0B-042135FF9FB4}"/>
              </a:ext>
            </a:extLst>
          </p:cNvPr>
          <p:cNvSpPr>
            <a:spLocks noGrp="1"/>
          </p:cNvSpPr>
          <p:nvPr>
            <p:ph type="subTitle" idx="1"/>
          </p:nvPr>
        </p:nvSpPr>
        <p:spPr/>
        <p:txBody>
          <a:bodyPr/>
          <a:lstStyle/>
          <a:p>
            <a:r>
              <a:rPr lang="en-GB"/>
              <a:t>Android 10</a:t>
            </a:r>
            <a:endParaRPr lang="en-US"/>
          </a:p>
        </p:txBody>
      </p:sp>
    </p:spTree>
    <p:extLst>
      <p:ext uri="{BB962C8B-B14F-4D97-AF65-F5344CB8AC3E}">
        <p14:creationId xmlns:p14="http://schemas.microsoft.com/office/powerpoint/2010/main" val="1323245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DN media">
            <a:extLst>
              <a:ext uri="{FF2B5EF4-FFF2-40B4-BE49-F238E27FC236}">
                <a16:creationId xmlns:a16="http://schemas.microsoft.com/office/drawing/2014/main" id="{15FB3844-05F5-32F0-90E4-EBE8CC1D5C4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5593" y="0"/>
            <a:ext cx="9121775"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12F4C3B-3863-44CB-278E-06664068D2D0}"/>
              </a:ext>
            </a:extLst>
          </p:cNvPr>
          <p:cNvSpPr/>
          <p:nvPr/>
        </p:nvSpPr>
        <p:spPr>
          <a:xfrm>
            <a:off x="5356860" y="1272540"/>
            <a:ext cx="510540" cy="3962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5004B61-5DAF-9855-B5C8-906939A052E9}"/>
              </a:ext>
            </a:extLst>
          </p:cNvPr>
          <p:cNvSpPr/>
          <p:nvPr/>
        </p:nvSpPr>
        <p:spPr>
          <a:xfrm>
            <a:off x="1844040" y="1973580"/>
            <a:ext cx="510540" cy="3962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320F41C-5740-B80B-80A6-923A74AB5940}"/>
              </a:ext>
            </a:extLst>
          </p:cNvPr>
          <p:cNvSpPr/>
          <p:nvPr/>
        </p:nvSpPr>
        <p:spPr>
          <a:xfrm>
            <a:off x="2956560" y="3642360"/>
            <a:ext cx="510540" cy="3962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437C036-5D0C-C4A2-D227-71368AE2E6E9}"/>
              </a:ext>
            </a:extLst>
          </p:cNvPr>
          <p:cNvSpPr/>
          <p:nvPr/>
        </p:nvSpPr>
        <p:spPr>
          <a:xfrm>
            <a:off x="6065520" y="6080760"/>
            <a:ext cx="510540" cy="3962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29CF0B8-7B68-E0FD-96F8-D4EB7368A966}"/>
              </a:ext>
            </a:extLst>
          </p:cNvPr>
          <p:cNvSpPr/>
          <p:nvPr/>
        </p:nvSpPr>
        <p:spPr>
          <a:xfrm>
            <a:off x="9448800" y="6027420"/>
            <a:ext cx="579120" cy="7010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7494B702-20E7-4481-4638-F5C0F5375876}"/>
              </a:ext>
            </a:extLst>
          </p:cNvPr>
          <p:cNvSpPr/>
          <p:nvPr/>
        </p:nvSpPr>
        <p:spPr>
          <a:xfrm>
            <a:off x="3467100" y="3642360"/>
            <a:ext cx="510540" cy="3962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8491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5F5C89-D5A1-D0AB-5DB6-90D96F9AC1D1}"/>
              </a:ext>
            </a:extLst>
          </p:cNvPr>
          <p:cNvPicPr>
            <a:picLocks noChangeAspect="1"/>
          </p:cNvPicPr>
          <p:nvPr/>
        </p:nvPicPr>
        <p:blipFill>
          <a:blip r:embed="rId2"/>
          <a:stretch>
            <a:fillRect/>
          </a:stretch>
        </p:blipFill>
        <p:spPr>
          <a:xfrm>
            <a:off x="292565" y="162832"/>
            <a:ext cx="11606870" cy="6532335"/>
          </a:xfrm>
          <a:prstGeom prst="rect">
            <a:avLst/>
          </a:prstGeom>
        </p:spPr>
      </p:pic>
      <p:sp>
        <p:nvSpPr>
          <p:cNvPr id="5" name="TextBox 4">
            <a:extLst>
              <a:ext uri="{FF2B5EF4-FFF2-40B4-BE49-F238E27FC236}">
                <a16:creationId xmlns:a16="http://schemas.microsoft.com/office/drawing/2014/main" id="{031AB5E7-54F7-DC54-33FF-A980FFEEEB4C}"/>
              </a:ext>
            </a:extLst>
          </p:cNvPr>
          <p:cNvSpPr txBox="1"/>
          <p:nvPr/>
        </p:nvSpPr>
        <p:spPr>
          <a:xfrm>
            <a:off x="6763957" y="4679195"/>
            <a:ext cx="1968563" cy="584775"/>
          </a:xfrm>
          <a:prstGeom prst="rect">
            <a:avLst/>
          </a:prstGeom>
          <a:noFill/>
        </p:spPr>
        <p:txBody>
          <a:bodyPr wrap="square">
            <a:spAutoFit/>
          </a:bodyPr>
          <a:lstStyle/>
          <a:p>
            <a:r>
              <a:rPr lang="en-GB" sz="1600" dirty="0"/>
              <a:t>Government of National Unity</a:t>
            </a:r>
            <a:endParaRPr lang="en-US" sz="1600" dirty="0"/>
          </a:p>
        </p:txBody>
      </p:sp>
    </p:spTree>
    <p:extLst>
      <p:ext uri="{BB962C8B-B14F-4D97-AF65-F5344CB8AC3E}">
        <p14:creationId xmlns:p14="http://schemas.microsoft.com/office/powerpoint/2010/main" val="208863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a:extLst>
              <a:ext uri="{FF2B5EF4-FFF2-40B4-BE49-F238E27FC236}">
                <a16:creationId xmlns:a16="http://schemas.microsoft.com/office/drawing/2014/main" id="{364D8C6C-9B5A-3839-74DC-15B5DDB12E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9013" y="175759"/>
            <a:ext cx="7959026" cy="6682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5419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666079-4CF5-44A6-8E9C-22AE6B0DB8BE}"/>
              </a:ext>
            </a:extLst>
          </p:cNvPr>
          <p:cNvSpPr>
            <a:spLocks noGrp="1"/>
          </p:cNvSpPr>
          <p:nvPr>
            <p:ph type="title"/>
          </p:nvPr>
        </p:nvSpPr>
        <p:spPr/>
        <p:txBody>
          <a:bodyPr/>
          <a:lstStyle/>
          <a:p>
            <a:r>
              <a:rPr lang="en-US"/>
              <a:t>Introduction to Android</a:t>
            </a:r>
          </a:p>
        </p:txBody>
      </p:sp>
      <p:sp>
        <p:nvSpPr>
          <p:cNvPr id="5" name="Text Placeholder 4">
            <a:extLst>
              <a:ext uri="{FF2B5EF4-FFF2-40B4-BE49-F238E27FC236}">
                <a16:creationId xmlns:a16="http://schemas.microsoft.com/office/drawing/2014/main" id="{191D202D-12B7-42B3-893E-2E6AB442C7C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27007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4054E-E4BE-40F2-AB45-2A8AEFD40ED2}"/>
              </a:ext>
            </a:extLst>
          </p:cNvPr>
          <p:cNvSpPr>
            <a:spLocks noGrp="1"/>
          </p:cNvSpPr>
          <p:nvPr>
            <p:ph type="title"/>
          </p:nvPr>
        </p:nvSpPr>
        <p:spPr/>
        <p:txBody>
          <a:bodyPr/>
          <a:lstStyle/>
          <a:p>
            <a:r>
              <a:rPr lang="en-GB"/>
              <a:t>What is Android?</a:t>
            </a:r>
            <a:endParaRPr lang="en-US"/>
          </a:p>
        </p:txBody>
      </p:sp>
      <p:sp>
        <p:nvSpPr>
          <p:cNvPr id="3" name="Content Placeholder 2">
            <a:extLst>
              <a:ext uri="{FF2B5EF4-FFF2-40B4-BE49-F238E27FC236}">
                <a16:creationId xmlns:a16="http://schemas.microsoft.com/office/drawing/2014/main" id="{1758C131-B507-4FCE-8AD3-5975E4336EB0}"/>
              </a:ext>
            </a:extLst>
          </p:cNvPr>
          <p:cNvSpPr>
            <a:spLocks noGrp="1"/>
          </p:cNvSpPr>
          <p:nvPr>
            <p:ph idx="1"/>
          </p:nvPr>
        </p:nvSpPr>
        <p:spPr/>
        <p:txBody>
          <a:bodyPr>
            <a:normAutofit/>
          </a:bodyPr>
          <a:lstStyle/>
          <a:p>
            <a:r>
              <a:rPr lang="en-GB" dirty="0"/>
              <a:t>Android is a mobile operating system</a:t>
            </a:r>
          </a:p>
          <a:p>
            <a:pPr lvl="1"/>
            <a:r>
              <a:rPr lang="en-GB" dirty="0"/>
              <a:t>Based on a modified version of the Linux kernel</a:t>
            </a:r>
          </a:p>
          <a:p>
            <a:pPr lvl="1"/>
            <a:r>
              <a:rPr lang="en-GB" dirty="0"/>
              <a:t>Was unveiled in November 2007</a:t>
            </a:r>
          </a:p>
          <a:p>
            <a:r>
              <a:rPr lang="en-GB" dirty="0"/>
              <a:t>Android is open-source software</a:t>
            </a:r>
          </a:p>
          <a:p>
            <a:pPr lvl="1"/>
            <a:r>
              <a:rPr lang="en-GB" dirty="0"/>
              <a:t> Its source code is known as the Android Open-Source Project (AOSP)</a:t>
            </a:r>
          </a:p>
          <a:p>
            <a:r>
              <a:rPr lang="en-GB" dirty="0"/>
              <a:t>Most Android devices ship with additional proprietary software pre-installed, including</a:t>
            </a:r>
          </a:p>
          <a:p>
            <a:pPr lvl="1"/>
            <a:r>
              <a:rPr lang="en-GB" dirty="0"/>
              <a:t>Google Apps: Google Chrome, YouTube,</a:t>
            </a:r>
            <a:r>
              <a:rPr lang="en-US" dirty="0"/>
              <a:t> Google Maps</a:t>
            </a:r>
          </a:p>
          <a:p>
            <a:pPr lvl="1"/>
            <a:r>
              <a:rPr lang="en-US" dirty="0"/>
              <a:t>Google Play Services:  </a:t>
            </a:r>
            <a:r>
              <a:rPr lang="en-GB" dirty="0"/>
              <a:t>Location, authentication, and other background APIs</a:t>
            </a:r>
            <a:endParaRPr lang="en-US" dirty="0"/>
          </a:p>
        </p:txBody>
      </p:sp>
      <p:pic>
        <p:nvPicPr>
          <p:cNvPr id="1026" name="Picture 2">
            <a:extLst>
              <a:ext uri="{FF2B5EF4-FFF2-40B4-BE49-F238E27FC236}">
                <a16:creationId xmlns:a16="http://schemas.microsoft.com/office/drawing/2014/main" id="{F823670D-632E-486F-B4FA-2B4B3A300A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14610" y="0"/>
            <a:ext cx="1977390" cy="3954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9245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D7343-7272-A23E-582B-F96E419165B4}"/>
              </a:ext>
            </a:extLst>
          </p:cNvPr>
          <p:cNvSpPr>
            <a:spLocks noGrp="1"/>
          </p:cNvSpPr>
          <p:nvPr>
            <p:ph type="title"/>
          </p:nvPr>
        </p:nvSpPr>
        <p:spPr/>
        <p:txBody>
          <a:bodyPr/>
          <a:lstStyle/>
          <a:p>
            <a:r>
              <a:rPr lang="en-GB" dirty="0"/>
              <a:t>Google</a:t>
            </a:r>
            <a:r>
              <a:rPr lang="en-US" dirty="0"/>
              <a:t> controls AOSP</a:t>
            </a:r>
          </a:p>
        </p:txBody>
      </p:sp>
      <p:sp>
        <p:nvSpPr>
          <p:cNvPr id="3" name="Content Placeholder 2">
            <a:extLst>
              <a:ext uri="{FF2B5EF4-FFF2-40B4-BE49-F238E27FC236}">
                <a16:creationId xmlns:a16="http://schemas.microsoft.com/office/drawing/2014/main" id="{8360C42A-BDA4-1300-081F-A638F3698042}"/>
              </a:ext>
            </a:extLst>
          </p:cNvPr>
          <p:cNvSpPr>
            <a:spLocks noGrp="1"/>
          </p:cNvSpPr>
          <p:nvPr>
            <p:ph idx="1"/>
          </p:nvPr>
        </p:nvSpPr>
        <p:spPr/>
        <p:txBody>
          <a:bodyPr/>
          <a:lstStyle/>
          <a:p>
            <a:r>
              <a:rPr lang="en-US" dirty="0"/>
              <a:t>Google controls and maintains AOSP</a:t>
            </a:r>
          </a:p>
          <a:p>
            <a:pPr lvl="1"/>
            <a:r>
              <a:rPr lang="en-US" dirty="0"/>
              <a:t>Core Development by Google</a:t>
            </a:r>
          </a:p>
          <a:p>
            <a:pPr lvl="1"/>
            <a:r>
              <a:rPr lang="en-US" dirty="0"/>
              <a:t>Open Source Contribution</a:t>
            </a:r>
          </a:p>
          <a:p>
            <a:pPr lvl="1"/>
            <a:r>
              <a:rPr lang="en-US" dirty="0"/>
              <a:t>Apache License 2.0</a:t>
            </a:r>
          </a:p>
          <a:p>
            <a:pPr lvl="1"/>
            <a:r>
              <a:rPr lang="en-GB" dirty="0"/>
              <a:t>Google manages the release schedule, documentation, and feature roadmap for AOSP</a:t>
            </a:r>
          </a:p>
          <a:p>
            <a:r>
              <a:rPr lang="en-GB" dirty="0"/>
              <a:t>Examples of AOSP-derived projects </a:t>
            </a:r>
          </a:p>
          <a:p>
            <a:pPr lvl="1"/>
            <a:r>
              <a:rPr lang="en-GB" dirty="0"/>
              <a:t>Amazon Fire OS</a:t>
            </a:r>
          </a:p>
          <a:p>
            <a:pPr lvl="1"/>
            <a:r>
              <a:rPr lang="en-GB" dirty="0" err="1"/>
              <a:t>LineageOS</a:t>
            </a:r>
            <a:r>
              <a:rPr lang="en-GB" dirty="0"/>
              <a:t>: completely open-source and community-driven</a:t>
            </a:r>
          </a:p>
          <a:p>
            <a:pPr lvl="1"/>
            <a:r>
              <a:rPr lang="en-GB" dirty="0"/>
              <a:t>Huawei HarmonyOS</a:t>
            </a:r>
            <a:endParaRPr lang="en-US" dirty="0"/>
          </a:p>
        </p:txBody>
      </p:sp>
    </p:spTree>
    <p:extLst>
      <p:ext uri="{BB962C8B-B14F-4D97-AF65-F5344CB8AC3E}">
        <p14:creationId xmlns:p14="http://schemas.microsoft.com/office/powerpoint/2010/main" val="2432421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A04E6B7-5A40-1E7E-4E7C-4A605BBF748E}"/>
              </a:ext>
            </a:extLst>
          </p:cNvPr>
          <p:cNvPicPr>
            <a:picLocks noChangeAspect="1"/>
          </p:cNvPicPr>
          <p:nvPr/>
        </p:nvPicPr>
        <p:blipFill>
          <a:blip r:embed="rId2"/>
          <a:stretch>
            <a:fillRect/>
          </a:stretch>
        </p:blipFill>
        <p:spPr>
          <a:xfrm>
            <a:off x="709303" y="236220"/>
            <a:ext cx="8677894" cy="6508421"/>
          </a:xfrm>
          <a:prstGeom prst="rect">
            <a:avLst/>
          </a:prstGeom>
        </p:spPr>
      </p:pic>
      <p:sp>
        <p:nvSpPr>
          <p:cNvPr id="3" name="Rectangle 2">
            <a:extLst>
              <a:ext uri="{FF2B5EF4-FFF2-40B4-BE49-F238E27FC236}">
                <a16:creationId xmlns:a16="http://schemas.microsoft.com/office/drawing/2014/main" id="{6EB16587-E4C8-96E6-85CC-C1E77CF5CC8E}"/>
              </a:ext>
            </a:extLst>
          </p:cNvPr>
          <p:cNvSpPr/>
          <p:nvPr/>
        </p:nvSpPr>
        <p:spPr>
          <a:xfrm>
            <a:off x="8252460" y="1874520"/>
            <a:ext cx="876300" cy="25908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0B09B34-CD6C-0D90-B19E-9212DC39AE73}"/>
              </a:ext>
            </a:extLst>
          </p:cNvPr>
          <p:cNvSpPr txBox="1"/>
          <p:nvPr/>
        </p:nvSpPr>
        <p:spPr>
          <a:xfrm>
            <a:off x="9982200" y="1592580"/>
            <a:ext cx="1279517" cy="369332"/>
          </a:xfrm>
          <a:prstGeom prst="rect">
            <a:avLst/>
          </a:prstGeom>
          <a:noFill/>
        </p:spPr>
        <p:txBody>
          <a:bodyPr wrap="none" rtlCol="0">
            <a:spAutoFit/>
          </a:bodyPr>
          <a:lstStyle/>
          <a:p>
            <a:r>
              <a:rPr lang="en-US" dirty="0">
                <a:solidFill>
                  <a:srgbClr val="FF0000"/>
                </a:solidFill>
              </a:rPr>
              <a:t>Code Name</a:t>
            </a:r>
          </a:p>
        </p:txBody>
      </p:sp>
      <p:cxnSp>
        <p:nvCxnSpPr>
          <p:cNvPr id="6" name="Straight Arrow Connector 5">
            <a:extLst>
              <a:ext uri="{FF2B5EF4-FFF2-40B4-BE49-F238E27FC236}">
                <a16:creationId xmlns:a16="http://schemas.microsoft.com/office/drawing/2014/main" id="{10A027DA-8063-4E40-98ED-F588F713769E}"/>
              </a:ext>
            </a:extLst>
          </p:cNvPr>
          <p:cNvCxnSpPr>
            <a:cxnSpLocks/>
            <a:stCxn id="4" idx="1"/>
          </p:cNvCxnSpPr>
          <p:nvPr/>
        </p:nvCxnSpPr>
        <p:spPr>
          <a:xfrm flipH="1">
            <a:off x="9128760" y="1777246"/>
            <a:ext cx="853440" cy="1846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6A75FC5-0C25-6667-9A17-BAFA4FD7261F}"/>
              </a:ext>
            </a:extLst>
          </p:cNvPr>
          <p:cNvSpPr txBox="1"/>
          <p:nvPr/>
        </p:nvSpPr>
        <p:spPr>
          <a:xfrm>
            <a:off x="9622729" y="3429000"/>
            <a:ext cx="1494896" cy="369332"/>
          </a:xfrm>
          <a:prstGeom prst="rect">
            <a:avLst/>
          </a:prstGeom>
          <a:noFill/>
        </p:spPr>
        <p:txBody>
          <a:bodyPr wrap="none" rtlCol="0">
            <a:spAutoFit/>
          </a:bodyPr>
          <a:lstStyle/>
          <a:p>
            <a:r>
              <a:rPr lang="en-US" dirty="0">
                <a:solidFill>
                  <a:schemeClr val="accent4">
                    <a:lumMod val="75000"/>
                  </a:schemeClr>
                </a:solidFill>
              </a:rPr>
              <a:t>Version Name</a:t>
            </a:r>
          </a:p>
        </p:txBody>
      </p:sp>
      <p:sp>
        <p:nvSpPr>
          <p:cNvPr id="9" name="Rectangle 8">
            <a:extLst>
              <a:ext uri="{FF2B5EF4-FFF2-40B4-BE49-F238E27FC236}">
                <a16:creationId xmlns:a16="http://schemas.microsoft.com/office/drawing/2014/main" id="{A6F2B0CC-65D3-32B7-DDD4-11EED82629AE}"/>
              </a:ext>
            </a:extLst>
          </p:cNvPr>
          <p:cNvSpPr/>
          <p:nvPr/>
        </p:nvSpPr>
        <p:spPr>
          <a:xfrm>
            <a:off x="8210550" y="3954780"/>
            <a:ext cx="689610" cy="259080"/>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C437E0B2-56C0-5B18-1F02-079F7B6FD131}"/>
              </a:ext>
            </a:extLst>
          </p:cNvPr>
          <p:cNvCxnSpPr>
            <a:cxnSpLocks/>
            <a:stCxn id="8" idx="1"/>
            <a:endCxn id="9" idx="3"/>
          </p:cNvCxnSpPr>
          <p:nvPr/>
        </p:nvCxnSpPr>
        <p:spPr>
          <a:xfrm flipH="1">
            <a:off x="8900160" y="3613666"/>
            <a:ext cx="722569" cy="470654"/>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0718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6BD48-E4ED-3310-C966-5C6C2460E05A}"/>
              </a:ext>
            </a:extLst>
          </p:cNvPr>
          <p:cNvSpPr>
            <a:spLocks noGrp="1"/>
          </p:cNvSpPr>
          <p:nvPr>
            <p:ph type="title"/>
          </p:nvPr>
        </p:nvSpPr>
        <p:spPr/>
        <p:txBody>
          <a:bodyPr/>
          <a:lstStyle/>
          <a:p>
            <a:r>
              <a:rPr lang="en-US" dirty="0"/>
              <a:t>Other Android Attributes</a:t>
            </a:r>
          </a:p>
        </p:txBody>
      </p:sp>
      <p:pic>
        <p:nvPicPr>
          <p:cNvPr id="7" name="Picture 6">
            <a:extLst>
              <a:ext uri="{FF2B5EF4-FFF2-40B4-BE49-F238E27FC236}">
                <a16:creationId xmlns:a16="http://schemas.microsoft.com/office/drawing/2014/main" id="{8AB12FCF-020A-2435-5B68-4D548D208868}"/>
              </a:ext>
            </a:extLst>
          </p:cNvPr>
          <p:cNvPicPr>
            <a:picLocks noChangeAspect="1"/>
          </p:cNvPicPr>
          <p:nvPr/>
        </p:nvPicPr>
        <p:blipFill>
          <a:blip r:embed="rId2"/>
          <a:stretch>
            <a:fillRect/>
          </a:stretch>
        </p:blipFill>
        <p:spPr>
          <a:xfrm>
            <a:off x="975361" y="1363065"/>
            <a:ext cx="8321040" cy="655246"/>
          </a:xfrm>
          <a:prstGeom prst="rect">
            <a:avLst/>
          </a:prstGeom>
        </p:spPr>
      </p:pic>
      <p:pic>
        <p:nvPicPr>
          <p:cNvPr id="9" name="Picture 8">
            <a:extLst>
              <a:ext uri="{FF2B5EF4-FFF2-40B4-BE49-F238E27FC236}">
                <a16:creationId xmlns:a16="http://schemas.microsoft.com/office/drawing/2014/main" id="{3B44CEA1-C328-13D9-212B-EFC57E48C8A6}"/>
              </a:ext>
            </a:extLst>
          </p:cNvPr>
          <p:cNvPicPr>
            <a:picLocks noChangeAspect="1"/>
          </p:cNvPicPr>
          <p:nvPr/>
        </p:nvPicPr>
        <p:blipFill>
          <a:blip r:embed="rId3"/>
          <a:stretch>
            <a:fillRect/>
          </a:stretch>
        </p:blipFill>
        <p:spPr>
          <a:xfrm>
            <a:off x="982981" y="2018311"/>
            <a:ext cx="8321040" cy="4154905"/>
          </a:xfrm>
          <a:prstGeom prst="rect">
            <a:avLst/>
          </a:prstGeom>
        </p:spPr>
      </p:pic>
      <p:sp>
        <p:nvSpPr>
          <p:cNvPr id="11" name="TextBox 10">
            <a:extLst>
              <a:ext uri="{FF2B5EF4-FFF2-40B4-BE49-F238E27FC236}">
                <a16:creationId xmlns:a16="http://schemas.microsoft.com/office/drawing/2014/main" id="{C46E0E5B-C950-13D7-301C-4068E055B64D}"/>
              </a:ext>
            </a:extLst>
          </p:cNvPr>
          <p:cNvSpPr txBox="1"/>
          <p:nvPr/>
        </p:nvSpPr>
        <p:spPr>
          <a:xfrm>
            <a:off x="2849880" y="6308209"/>
            <a:ext cx="6172200" cy="369332"/>
          </a:xfrm>
          <a:prstGeom prst="rect">
            <a:avLst/>
          </a:prstGeom>
          <a:noFill/>
        </p:spPr>
        <p:txBody>
          <a:bodyPr wrap="square">
            <a:spAutoFit/>
          </a:bodyPr>
          <a:lstStyle/>
          <a:p>
            <a:r>
              <a:rPr lang="en-US" dirty="0"/>
              <a:t>https://en.wikipedia.org/wiki/Android_version_history</a:t>
            </a:r>
          </a:p>
        </p:txBody>
      </p:sp>
    </p:spTree>
    <p:extLst>
      <p:ext uri="{BB962C8B-B14F-4D97-AF65-F5344CB8AC3E}">
        <p14:creationId xmlns:p14="http://schemas.microsoft.com/office/powerpoint/2010/main" val="3784212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288521" y="381403"/>
            <a:ext cx="2200313" cy="3342508"/>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itle 10">
            <a:extLst>
              <a:ext uri="{FF2B5EF4-FFF2-40B4-BE49-F238E27FC236}">
                <a16:creationId xmlns:a16="http://schemas.microsoft.com/office/drawing/2014/main" id="{50E1B917-58E8-4106-AB21-2A88EC1766E9}"/>
              </a:ext>
            </a:extLst>
          </p:cNvPr>
          <p:cNvSpPr>
            <a:spLocks noGrp="1"/>
          </p:cNvSpPr>
          <p:nvPr>
            <p:ph type="title"/>
          </p:nvPr>
        </p:nvSpPr>
        <p:spPr>
          <a:xfrm>
            <a:off x="966952" y="1204108"/>
            <a:ext cx="2669406" cy="1781175"/>
          </a:xfrm>
        </p:spPr>
        <p:txBody>
          <a:bodyPr vert="horz" lIns="91440" tIns="45720" rIns="91440" bIns="45720" rtlCol="0" anchor="ctr">
            <a:normAutofit fontScale="90000"/>
          </a:bodyPr>
          <a:lstStyle/>
          <a:p>
            <a:r>
              <a:rPr lang="en-US" sz="3200" kern="1200" dirty="0">
                <a:solidFill>
                  <a:srgbClr val="FFFFFF"/>
                </a:solidFill>
                <a:latin typeface="+mj-lt"/>
                <a:ea typeface="+mj-ea"/>
                <a:cs typeface="+mj-cs"/>
              </a:rPr>
              <a:t>Codename, Version, API, hardware codename</a:t>
            </a:r>
          </a:p>
        </p:txBody>
      </p:sp>
      <p:sp>
        <p:nvSpPr>
          <p:cNvPr id="10" name="TextBox 9">
            <a:extLst>
              <a:ext uri="{FF2B5EF4-FFF2-40B4-BE49-F238E27FC236}">
                <a16:creationId xmlns:a16="http://schemas.microsoft.com/office/drawing/2014/main" id="{19586687-0A99-4400-B8B0-307B6E935246}"/>
              </a:ext>
            </a:extLst>
          </p:cNvPr>
          <p:cNvSpPr txBox="1"/>
          <p:nvPr/>
        </p:nvSpPr>
        <p:spPr>
          <a:xfrm>
            <a:off x="6704886" y="220771"/>
            <a:ext cx="2669407" cy="782529"/>
          </a:xfrm>
          <a:prstGeom prst="rect">
            <a:avLst/>
          </a:prstGeom>
          <a:solidFill>
            <a:schemeClr val="accent4">
              <a:lumMod val="20000"/>
              <a:lumOff val="80000"/>
            </a:schemeClr>
          </a:solidFill>
        </p:spPr>
        <p:txBody>
          <a:bodyPr vert="horz" lIns="91440" tIns="45720" rIns="91440" bIns="45720" rtlCol="0">
            <a:normAutofit lnSpcReduction="10000"/>
          </a:bodyPr>
          <a:lstStyle/>
          <a:p>
            <a:pPr>
              <a:lnSpc>
                <a:spcPct val="90000"/>
              </a:lnSpc>
              <a:spcAft>
                <a:spcPts val="600"/>
              </a:spcAft>
            </a:pPr>
            <a:r>
              <a:rPr lang="en-US" sz="1400"/>
              <a:t>The Android NDK is a toolset that lets you implement parts of your app in native code, using languages such as C and C++.</a:t>
            </a:r>
          </a:p>
        </p:txBody>
      </p:sp>
      <p:pic>
        <p:nvPicPr>
          <p:cNvPr id="8" name="Picture 7" descr="Table&#10;&#10;Description automatically generated">
            <a:extLst>
              <a:ext uri="{FF2B5EF4-FFF2-40B4-BE49-F238E27FC236}">
                <a16:creationId xmlns:a16="http://schemas.microsoft.com/office/drawing/2014/main" id="{6B38A76F-355B-4530-A83A-97F79C951520}"/>
              </a:ext>
            </a:extLst>
          </p:cNvPr>
          <p:cNvPicPr>
            <a:picLocks noChangeAspect="1"/>
          </p:cNvPicPr>
          <p:nvPr/>
        </p:nvPicPr>
        <p:blipFill>
          <a:blip r:embed="rId3"/>
          <a:stretch>
            <a:fillRect/>
          </a:stretch>
        </p:blipFill>
        <p:spPr>
          <a:xfrm>
            <a:off x="4309461" y="1003300"/>
            <a:ext cx="5351760" cy="4829963"/>
          </a:xfrm>
          <a:prstGeom prst="rect">
            <a:avLst/>
          </a:prstGeom>
        </p:spPr>
      </p:pic>
      <p:pic>
        <p:nvPicPr>
          <p:cNvPr id="3" name="Picture 2">
            <a:extLst>
              <a:ext uri="{FF2B5EF4-FFF2-40B4-BE49-F238E27FC236}">
                <a16:creationId xmlns:a16="http://schemas.microsoft.com/office/drawing/2014/main" id="{C68B5E7D-072F-7867-2EB4-ECA5D28C5817}"/>
              </a:ext>
            </a:extLst>
          </p:cNvPr>
          <p:cNvPicPr>
            <a:picLocks noChangeAspect="1"/>
          </p:cNvPicPr>
          <p:nvPr/>
        </p:nvPicPr>
        <p:blipFill>
          <a:blip r:embed="rId4"/>
          <a:stretch>
            <a:fillRect/>
          </a:stretch>
        </p:blipFill>
        <p:spPr>
          <a:xfrm>
            <a:off x="9977042" y="1512431"/>
            <a:ext cx="1917752" cy="4464844"/>
          </a:xfrm>
          <a:prstGeom prst="rect">
            <a:avLst/>
          </a:prstGeom>
        </p:spPr>
      </p:pic>
      <p:sp>
        <p:nvSpPr>
          <p:cNvPr id="7" name="TextBox 6">
            <a:extLst>
              <a:ext uri="{FF2B5EF4-FFF2-40B4-BE49-F238E27FC236}">
                <a16:creationId xmlns:a16="http://schemas.microsoft.com/office/drawing/2014/main" id="{6A86CD31-958C-FE41-B718-EC475852BED0}"/>
              </a:ext>
            </a:extLst>
          </p:cNvPr>
          <p:cNvSpPr txBox="1"/>
          <p:nvPr/>
        </p:nvSpPr>
        <p:spPr>
          <a:xfrm>
            <a:off x="9808098" y="1083349"/>
            <a:ext cx="2255640" cy="369332"/>
          </a:xfrm>
          <a:prstGeom prst="rect">
            <a:avLst/>
          </a:prstGeom>
          <a:noFill/>
        </p:spPr>
        <p:txBody>
          <a:bodyPr wrap="square">
            <a:spAutoFit/>
          </a:bodyPr>
          <a:lstStyle/>
          <a:p>
            <a:r>
              <a:rPr lang="en-US" dirty="0"/>
              <a:t>hardware codename</a:t>
            </a:r>
          </a:p>
        </p:txBody>
      </p:sp>
    </p:spTree>
    <p:extLst>
      <p:ext uri="{BB962C8B-B14F-4D97-AF65-F5344CB8AC3E}">
        <p14:creationId xmlns:p14="http://schemas.microsoft.com/office/powerpoint/2010/main" val="3622009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63764B-591F-4B02-8CD7-31552954AAB7}"/>
              </a:ext>
            </a:extLst>
          </p:cNvPr>
          <p:cNvSpPr>
            <a:spLocks noGrp="1"/>
          </p:cNvSpPr>
          <p:nvPr>
            <p:ph type="title"/>
          </p:nvPr>
        </p:nvSpPr>
        <p:spPr>
          <a:xfrm>
            <a:off x="1028700" y="1967266"/>
            <a:ext cx="2628900" cy="2547257"/>
          </a:xfrm>
          <a:noFill/>
        </p:spPr>
        <p:txBody>
          <a:bodyPr anchor="ctr">
            <a:normAutofit/>
          </a:bodyPr>
          <a:lstStyle/>
          <a:p>
            <a:pPr algn="ctr"/>
            <a:r>
              <a:rPr lang="en-GB" sz="3600">
                <a:solidFill>
                  <a:srgbClr val="FFFFFF"/>
                </a:solidFill>
              </a:rPr>
              <a:t>Source code tags and builds</a:t>
            </a:r>
            <a:endParaRPr lang="en-US" sz="3600">
              <a:solidFill>
                <a:srgbClr val="FFFFFF"/>
              </a:solidFill>
            </a:endParaRPr>
          </a:p>
        </p:txBody>
      </p:sp>
      <p:pic>
        <p:nvPicPr>
          <p:cNvPr id="4" name="Picture 3">
            <a:extLst>
              <a:ext uri="{FF2B5EF4-FFF2-40B4-BE49-F238E27FC236}">
                <a16:creationId xmlns:a16="http://schemas.microsoft.com/office/drawing/2014/main" id="{16DA0CAC-D5DB-4508-A4AB-9879F618F42F}"/>
              </a:ext>
            </a:extLst>
          </p:cNvPr>
          <p:cNvPicPr>
            <a:picLocks noChangeAspect="1"/>
          </p:cNvPicPr>
          <p:nvPr/>
        </p:nvPicPr>
        <p:blipFill>
          <a:blip r:embed="rId3"/>
          <a:stretch>
            <a:fillRect/>
          </a:stretch>
        </p:blipFill>
        <p:spPr>
          <a:xfrm>
            <a:off x="4216526" y="50674"/>
            <a:ext cx="7261146" cy="6807326"/>
          </a:xfrm>
          <a:prstGeom prst="rect">
            <a:avLst/>
          </a:prstGeom>
        </p:spPr>
      </p:pic>
      <p:sp>
        <p:nvSpPr>
          <p:cNvPr id="8" name="TextBox 7">
            <a:extLst>
              <a:ext uri="{FF2B5EF4-FFF2-40B4-BE49-F238E27FC236}">
                <a16:creationId xmlns:a16="http://schemas.microsoft.com/office/drawing/2014/main" id="{FE82097A-4B87-4A4E-B6E5-7745FD50457B}"/>
              </a:ext>
            </a:extLst>
          </p:cNvPr>
          <p:cNvSpPr txBox="1"/>
          <p:nvPr/>
        </p:nvSpPr>
        <p:spPr>
          <a:xfrm>
            <a:off x="800100" y="97971"/>
            <a:ext cx="3007179" cy="954107"/>
          </a:xfrm>
          <a:prstGeom prst="rect">
            <a:avLst/>
          </a:prstGeom>
          <a:solidFill>
            <a:schemeClr val="accent4">
              <a:lumMod val="20000"/>
              <a:lumOff val="80000"/>
            </a:schemeClr>
          </a:solidFill>
        </p:spPr>
        <p:txBody>
          <a:bodyPr wrap="square">
            <a:spAutoFit/>
          </a:bodyPr>
          <a:lstStyle/>
          <a:p>
            <a:r>
              <a:rPr lang="en-GB" sz="1400" dirty="0">
                <a:solidFill>
                  <a:srgbClr val="FF0000"/>
                </a:solidFill>
              </a:rPr>
              <a:t>build ID </a:t>
            </a:r>
            <a:r>
              <a:rPr lang="en-GB" sz="1400" dirty="0"/>
              <a:t>provides information such as the platform release, code branch, and date the release was branched from or synced with the development branch.</a:t>
            </a:r>
            <a:endParaRPr lang="en-US" sz="1400" dirty="0"/>
          </a:p>
        </p:txBody>
      </p:sp>
      <p:cxnSp>
        <p:nvCxnSpPr>
          <p:cNvPr id="7" name="Straight Arrow Connector 6">
            <a:extLst>
              <a:ext uri="{FF2B5EF4-FFF2-40B4-BE49-F238E27FC236}">
                <a16:creationId xmlns:a16="http://schemas.microsoft.com/office/drawing/2014/main" id="{57ACD962-88F0-4277-84F9-06B6C235233B}"/>
              </a:ext>
            </a:extLst>
          </p:cNvPr>
          <p:cNvCxnSpPr>
            <a:cxnSpLocks/>
            <a:stCxn id="8" idx="2"/>
          </p:cNvCxnSpPr>
          <p:nvPr/>
        </p:nvCxnSpPr>
        <p:spPr>
          <a:xfrm>
            <a:off x="2303690" y="1052078"/>
            <a:ext cx="1912836" cy="12910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4022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524F6-C04C-41C5-BE99-C0A2C575048C}"/>
              </a:ext>
            </a:extLst>
          </p:cNvPr>
          <p:cNvSpPr>
            <a:spLocks noGrp="1"/>
          </p:cNvSpPr>
          <p:nvPr>
            <p:ph type="title"/>
          </p:nvPr>
        </p:nvSpPr>
        <p:spPr/>
        <p:txBody>
          <a:bodyPr/>
          <a:lstStyle/>
          <a:p>
            <a:r>
              <a:rPr lang="en-US"/>
              <a:t>What is Stock Android and Android Skins?</a:t>
            </a:r>
          </a:p>
        </p:txBody>
      </p:sp>
      <p:sp>
        <p:nvSpPr>
          <p:cNvPr id="3" name="Content Placeholder 2">
            <a:extLst>
              <a:ext uri="{FF2B5EF4-FFF2-40B4-BE49-F238E27FC236}">
                <a16:creationId xmlns:a16="http://schemas.microsoft.com/office/drawing/2014/main" id="{A63FC1D9-5BA5-40D9-8966-7C1900337665}"/>
              </a:ext>
            </a:extLst>
          </p:cNvPr>
          <p:cNvSpPr>
            <a:spLocks noGrp="1"/>
          </p:cNvSpPr>
          <p:nvPr>
            <p:ph idx="1"/>
          </p:nvPr>
        </p:nvSpPr>
        <p:spPr/>
        <p:txBody>
          <a:bodyPr/>
          <a:lstStyle/>
          <a:p>
            <a:r>
              <a:rPr lang="en-US" dirty="0"/>
              <a:t>Unmodified version of Android</a:t>
            </a:r>
          </a:p>
          <a:p>
            <a:pPr lvl="1"/>
            <a:r>
              <a:rPr lang="en-GB" dirty="0"/>
              <a:t>known as vanilla or pure Android</a:t>
            </a:r>
          </a:p>
          <a:p>
            <a:r>
              <a:rPr lang="en-US" dirty="0"/>
              <a:t>Companies can modify Android</a:t>
            </a:r>
          </a:p>
          <a:p>
            <a:pPr lvl="1"/>
            <a:r>
              <a:rPr lang="en-GB" dirty="0"/>
              <a:t>adding a custom skin</a:t>
            </a:r>
          </a:p>
          <a:p>
            <a:pPr lvl="1"/>
            <a:r>
              <a:rPr lang="en-GB" dirty="0"/>
              <a:t>new features. </a:t>
            </a:r>
          </a:p>
          <a:p>
            <a:r>
              <a:rPr lang="en-GB" dirty="0"/>
              <a:t>Popular skins</a:t>
            </a:r>
          </a:p>
          <a:p>
            <a:pPr lvl="1"/>
            <a:r>
              <a:rPr lang="en-GB" dirty="0"/>
              <a:t>Samsung Experience, </a:t>
            </a:r>
          </a:p>
          <a:p>
            <a:pPr lvl="1"/>
            <a:r>
              <a:rPr lang="en-GB" dirty="0"/>
              <a:t>HTC Sense, </a:t>
            </a:r>
          </a:p>
          <a:p>
            <a:pPr lvl="1"/>
            <a:r>
              <a:rPr lang="en-GB" dirty="0"/>
              <a:t>EMUI (Huawei), and </a:t>
            </a:r>
          </a:p>
          <a:p>
            <a:pPr lvl="1"/>
            <a:r>
              <a:rPr lang="en-GB" dirty="0" err="1"/>
              <a:t>OxygenOS</a:t>
            </a:r>
            <a:r>
              <a:rPr lang="en-GB" dirty="0"/>
              <a:t> (OnePlus)</a:t>
            </a:r>
            <a:endParaRPr lang="en-US" dirty="0"/>
          </a:p>
        </p:txBody>
      </p:sp>
      <p:pic>
        <p:nvPicPr>
          <p:cNvPr id="2050" name="Picture 2" descr="EMUI 11 based on Android 11 is coming to Huawei devices in Q3 2020 |  NoypiGeeks">
            <a:extLst>
              <a:ext uri="{FF2B5EF4-FFF2-40B4-BE49-F238E27FC236}">
                <a16:creationId xmlns:a16="http://schemas.microsoft.com/office/drawing/2014/main" id="{6C0A68A5-C81C-4386-A755-A1F05519916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48894" y="1971078"/>
            <a:ext cx="5600585" cy="314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7624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AE590-849D-4DB0-B6D3-AD8FAFAEB8DA}"/>
              </a:ext>
            </a:extLst>
          </p:cNvPr>
          <p:cNvSpPr>
            <a:spLocks noGrp="1"/>
          </p:cNvSpPr>
          <p:nvPr>
            <p:ph type="title"/>
          </p:nvPr>
        </p:nvSpPr>
        <p:spPr/>
        <p:txBody>
          <a:bodyPr/>
          <a:lstStyle/>
          <a:p>
            <a:r>
              <a:rPr lang="en-US"/>
              <a:t>Stock Android</a:t>
            </a:r>
          </a:p>
        </p:txBody>
      </p:sp>
      <p:sp>
        <p:nvSpPr>
          <p:cNvPr id="3" name="Content Placeholder 2">
            <a:extLst>
              <a:ext uri="{FF2B5EF4-FFF2-40B4-BE49-F238E27FC236}">
                <a16:creationId xmlns:a16="http://schemas.microsoft.com/office/drawing/2014/main" id="{A48185D3-B684-4FB6-9797-A6BE1011844B}"/>
              </a:ext>
            </a:extLst>
          </p:cNvPr>
          <p:cNvSpPr>
            <a:spLocks noGrp="1"/>
          </p:cNvSpPr>
          <p:nvPr>
            <p:ph idx="1"/>
          </p:nvPr>
        </p:nvSpPr>
        <p:spPr/>
        <p:txBody>
          <a:bodyPr/>
          <a:lstStyle/>
          <a:p>
            <a:r>
              <a:rPr lang="en-US" dirty="0"/>
              <a:t>Advantages</a:t>
            </a:r>
          </a:p>
          <a:p>
            <a:pPr lvl="1"/>
            <a:r>
              <a:rPr lang="en-US" dirty="0"/>
              <a:t>Fast updates</a:t>
            </a:r>
          </a:p>
          <a:p>
            <a:pPr lvl="1"/>
            <a:r>
              <a:rPr lang="en-US" dirty="0">
                <a:solidFill>
                  <a:srgbClr val="424242"/>
                </a:solidFill>
                <a:latin typeface="Proximanova Regular"/>
              </a:rPr>
              <a:t>B</a:t>
            </a:r>
            <a:r>
              <a:rPr lang="en-US" b="0" i="0" dirty="0">
                <a:solidFill>
                  <a:srgbClr val="424242"/>
                </a:solidFill>
                <a:effectLst/>
                <a:latin typeface="Proximanova Regular"/>
              </a:rPr>
              <a:t>loatware-free: pre-installed  software </a:t>
            </a:r>
            <a:r>
              <a:rPr lang="en-GB" b="0" i="0" dirty="0">
                <a:solidFill>
                  <a:srgbClr val="424242"/>
                </a:solidFill>
                <a:effectLst/>
                <a:latin typeface="Proximanova Regular"/>
              </a:rPr>
              <a:t>can’t be deleted from a device, unless you root it.</a:t>
            </a:r>
          </a:p>
          <a:p>
            <a:r>
              <a:rPr lang="en-GB" b="0" i="0" dirty="0">
                <a:solidFill>
                  <a:srgbClr val="424242"/>
                </a:solidFill>
                <a:effectLst/>
                <a:latin typeface="Proximanova Regular"/>
              </a:rPr>
              <a:t>Popular stock Android smartphones are those made by Google</a:t>
            </a:r>
          </a:p>
          <a:p>
            <a:pPr lvl="1"/>
            <a:r>
              <a:rPr lang="en-GB" dirty="0">
                <a:solidFill>
                  <a:srgbClr val="424242"/>
                </a:solidFill>
                <a:latin typeface="Proximanova Regular"/>
              </a:rPr>
              <a:t>older Nexus devices</a:t>
            </a:r>
          </a:p>
          <a:p>
            <a:pPr lvl="1"/>
            <a:r>
              <a:rPr lang="en-GB" dirty="0">
                <a:solidFill>
                  <a:srgbClr val="424242"/>
                </a:solidFill>
                <a:latin typeface="Proximanova Regular"/>
              </a:rPr>
              <a:t>Pixel</a:t>
            </a:r>
            <a:r>
              <a:rPr lang="en-GB" b="0" i="0" dirty="0">
                <a:solidFill>
                  <a:srgbClr val="424242"/>
                </a:solidFill>
                <a:effectLst/>
                <a:latin typeface="Proximanova Regular"/>
              </a:rPr>
              <a:t>, Pixel 2, and Pixel 3 handsets</a:t>
            </a:r>
          </a:p>
          <a:p>
            <a:r>
              <a:rPr lang="en-GB" b="0" i="0" dirty="0">
                <a:solidFill>
                  <a:srgbClr val="424242"/>
                </a:solidFill>
                <a:effectLst/>
                <a:latin typeface="Proximanova Regular"/>
              </a:rPr>
              <a:t>Android holds over 71% of the global mobile OS market share</a:t>
            </a:r>
          </a:p>
          <a:p>
            <a:pPr lvl="1"/>
            <a:r>
              <a:rPr lang="en-GB" b="0" i="0" dirty="0">
                <a:solidFill>
                  <a:srgbClr val="424242"/>
                </a:solidFill>
                <a:effectLst/>
                <a:latin typeface="Proximanova Regular"/>
              </a:rPr>
              <a:t>as of November 2020 (</a:t>
            </a:r>
            <a:r>
              <a:rPr lang="en-US" b="0" i="1" u="none" strike="noStrike" dirty="0" err="1">
                <a:solidFill>
                  <a:srgbClr val="00D49F"/>
                </a:solidFill>
                <a:effectLst/>
                <a:latin typeface="Proximanova Regular"/>
                <a:hlinkClick r:id="rId2"/>
              </a:rPr>
              <a:t>StatCounter</a:t>
            </a:r>
            <a:r>
              <a:rPr lang="en-GB" b="0" i="0" dirty="0">
                <a:solidFill>
                  <a:srgbClr val="424242"/>
                </a:solidFill>
                <a:effectLst/>
                <a:latin typeface="Proximanova Regular"/>
              </a:rPr>
              <a:t>)</a:t>
            </a:r>
            <a:endParaRPr lang="en-US" b="0" i="0" dirty="0">
              <a:solidFill>
                <a:srgbClr val="424242"/>
              </a:solidFill>
              <a:effectLst/>
              <a:latin typeface="Proximanova Regular"/>
            </a:endParaRPr>
          </a:p>
        </p:txBody>
      </p:sp>
    </p:spTree>
    <p:extLst>
      <p:ext uri="{BB962C8B-B14F-4D97-AF65-F5344CB8AC3E}">
        <p14:creationId xmlns:p14="http://schemas.microsoft.com/office/powerpoint/2010/main" val="523254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204221-05EE-48DE-B5FA-D8FCB1CE9497}"/>
              </a:ext>
            </a:extLst>
          </p:cNvPr>
          <p:cNvSpPr>
            <a:spLocks noGrp="1"/>
          </p:cNvSpPr>
          <p:nvPr>
            <p:ph type="title"/>
          </p:nvPr>
        </p:nvSpPr>
        <p:spPr/>
        <p:txBody>
          <a:bodyPr/>
          <a:lstStyle/>
          <a:p>
            <a:r>
              <a:rPr lang="en-US"/>
              <a:t>Android Architecture</a:t>
            </a:r>
          </a:p>
        </p:txBody>
      </p:sp>
      <p:sp>
        <p:nvSpPr>
          <p:cNvPr id="5" name="Text Placeholder 4">
            <a:extLst>
              <a:ext uri="{FF2B5EF4-FFF2-40B4-BE49-F238E27FC236}">
                <a16:creationId xmlns:a16="http://schemas.microsoft.com/office/drawing/2014/main" id="{2C12CF9A-FC5D-443F-8474-95C80CCE6F5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0160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8EEE1A-B51D-4C0B-ABD6-976B9970F598}"/>
              </a:ext>
            </a:extLst>
          </p:cNvPr>
          <p:cNvSpPr txBox="1"/>
          <p:nvPr/>
        </p:nvSpPr>
        <p:spPr>
          <a:xfrm>
            <a:off x="8112109" y="5468000"/>
            <a:ext cx="3152626" cy="523220"/>
          </a:xfrm>
          <a:prstGeom prst="rect">
            <a:avLst/>
          </a:prstGeom>
          <a:noFill/>
        </p:spPr>
        <p:txBody>
          <a:bodyPr wrap="square">
            <a:spAutoFit/>
          </a:bodyPr>
          <a:lstStyle/>
          <a:p>
            <a:r>
              <a:rPr lang="en-GB" sz="1400" dirty="0">
                <a:latin typeface="Roboto"/>
              </a:rPr>
              <a:t>defines a standard interface for hardware vendors to implement</a:t>
            </a:r>
            <a:endParaRPr lang="en-US" sz="1400" dirty="0">
              <a:latin typeface="Roboto"/>
            </a:endParaRPr>
          </a:p>
        </p:txBody>
      </p:sp>
      <p:sp>
        <p:nvSpPr>
          <p:cNvPr id="7" name="TextBox 6">
            <a:extLst>
              <a:ext uri="{FF2B5EF4-FFF2-40B4-BE49-F238E27FC236}">
                <a16:creationId xmlns:a16="http://schemas.microsoft.com/office/drawing/2014/main" id="{64615C64-EF55-4387-9BCC-B96A51C6B094}"/>
              </a:ext>
            </a:extLst>
          </p:cNvPr>
          <p:cNvSpPr txBox="1"/>
          <p:nvPr/>
        </p:nvSpPr>
        <p:spPr>
          <a:xfrm>
            <a:off x="8112109" y="6178809"/>
            <a:ext cx="3306740" cy="523220"/>
          </a:xfrm>
          <a:prstGeom prst="rect">
            <a:avLst/>
          </a:prstGeom>
          <a:noFill/>
        </p:spPr>
        <p:txBody>
          <a:bodyPr wrap="square">
            <a:spAutoFit/>
          </a:bodyPr>
          <a:lstStyle/>
          <a:p>
            <a:r>
              <a:rPr lang="en-GB" sz="1400" dirty="0"/>
              <a:t>Security, Process management, Memory management, Device management</a:t>
            </a:r>
          </a:p>
        </p:txBody>
      </p:sp>
      <p:sp>
        <p:nvSpPr>
          <p:cNvPr id="8" name="TextBox 7">
            <a:extLst>
              <a:ext uri="{FF2B5EF4-FFF2-40B4-BE49-F238E27FC236}">
                <a16:creationId xmlns:a16="http://schemas.microsoft.com/office/drawing/2014/main" id="{6EC5C773-9BA4-4DDD-9B27-709966D494BA}"/>
              </a:ext>
            </a:extLst>
          </p:cNvPr>
          <p:cNvSpPr txBox="1"/>
          <p:nvPr/>
        </p:nvSpPr>
        <p:spPr>
          <a:xfrm>
            <a:off x="8112109" y="4257815"/>
            <a:ext cx="3152626" cy="523220"/>
          </a:xfrm>
          <a:prstGeom prst="rect">
            <a:avLst/>
          </a:prstGeom>
          <a:noFill/>
        </p:spPr>
        <p:txBody>
          <a:bodyPr wrap="square">
            <a:spAutoFit/>
          </a:bodyPr>
          <a:lstStyle/>
          <a:p>
            <a:r>
              <a:rPr lang="en-GB" sz="1400" dirty="0">
                <a:latin typeface="Roboto"/>
              </a:rPr>
              <a:t>A set of Libraries and the Android Runtime. </a:t>
            </a:r>
            <a:endParaRPr lang="en-US" sz="1400" dirty="0">
              <a:latin typeface="Roboto"/>
            </a:endParaRPr>
          </a:p>
        </p:txBody>
      </p:sp>
      <p:sp>
        <p:nvSpPr>
          <p:cNvPr id="9" name="TextBox 8">
            <a:extLst>
              <a:ext uri="{FF2B5EF4-FFF2-40B4-BE49-F238E27FC236}">
                <a16:creationId xmlns:a16="http://schemas.microsoft.com/office/drawing/2014/main" id="{23C11534-2176-4290-A23E-DC766528302F}"/>
              </a:ext>
            </a:extLst>
          </p:cNvPr>
          <p:cNvSpPr txBox="1"/>
          <p:nvPr/>
        </p:nvSpPr>
        <p:spPr>
          <a:xfrm>
            <a:off x="8112109" y="2990848"/>
            <a:ext cx="3152626" cy="307777"/>
          </a:xfrm>
          <a:prstGeom prst="rect">
            <a:avLst/>
          </a:prstGeom>
          <a:noFill/>
        </p:spPr>
        <p:txBody>
          <a:bodyPr wrap="square">
            <a:spAutoFit/>
          </a:bodyPr>
          <a:lstStyle/>
          <a:p>
            <a:r>
              <a:rPr lang="en-US" sz="1400" b="0" i="0" dirty="0">
                <a:effectLst/>
                <a:latin typeface="Roboto"/>
              </a:rPr>
              <a:t>Java APIs for developers</a:t>
            </a:r>
            <a:endParaRPr lang="en-US" sz="1400" dirty="0"/>
          </a:p>
        </p:txBody>
      </p:sp>
      <p:pic>
        <p:nvPicPr>
          <p:cNvPr id="20" name="Picture 19">
            <a:extLst>
              <a:ext uri="{FF2B5EF4-FFF2-40B4-BE49-F238E27FC236}">
                <a16:creationId xmlns:a16="http://schemas.microsoft.com/office/drawing/2014/main" id="{E37855AB-8223-DC0D-4CAC-C7463124D3DE}"/>
              </a:ext>
            </a:extLst>
          </p:cNvPr>
          <p:cNvPicPr>
            <a:picLocks noChangeAspect="1"/>
          </p:cNvPicPr>
          <p:nvPr/>
        </p:nvPicPr>
        <p:blipFill>
          <a:blip r:embed="rId3"/>
          <a:stretch>
            <a:fillRect/>
          </a:stretch>
        </p:blipFill>
        <p:spPr>
          <a:xfrm>
            <a:off x="1448203" y="59473"/>
            <a:ext cx="6663906" cy="6858000"/>
          </a:xfrm>
          <a:prstGeom prst="rect">
            <a:avLst/>
          </a:prstGeom>
        </p:spPr>
      </p:pic>
    </p:spTree>
    <p:extLst>
      <p:ext uri="{BB962C8B-B14F-4D97-AF65-F5344CB8AC3E}">
        <p14:creationId xmlns:p14="http://schemas.microsoft.com/office/powerpoint/2010/main" val="3494595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A33872-1D31-D419-D27C-612F7E20F8FE}"/>
              </a:ext>
            </a:extLst>
          </p:cNvPr>
          <p:cNvPicPr>
            <a:picLocks noChangeAspect="1"/>
          </p:cNvPicPr>
          <p:nvPr/>
        </p:nvPicPr>
        <p:blipFill>
          <a:blip r:embed="rId2"/>
          <a:stretch>
            <a:fillRect/>
          </a:stretch>
        </p:blipFill>
        <p:spPr>
          <a:xfrm>
            <a:off x="2829777" y="0"/>
            <a:ext cx="6532445" cy="6858000"/>
          </a:xfrm>
          <a:prstGeom prst="rect">
            <a:avLst/>
          </a:prstGeom>
        </p:spPr>
      </p:pic>
    </p:spTree>
    <p:extLst>
      <p:ext uri="{BB962C8B-B14F-4D97-AF65-F5344CB8AC3E}">
        <p14:creationId xmlns:p14="http://schemas.microsoft.com/office/powerpoint/2010/main" val="1537130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653F7C49-F1C1-BB0D-5597-282CA9E672C9}"/>
              </a:ext>
            </a:extLst>
          </p:cNvPr>
          <p:cNvGraphicFramePr>
            <a:graphicFrameLocks noGrp="1"/>
          </p:cNvGraphicFramePr>
          <p:nvPr>
            <p:extLst>
              <p:ext uri="{D42A27DB-BD31-4B8C-83A1-F6EECF244321}">
                <p14:modId xmlns:p14="http://schemas.microsoft.com/office/powerpoint/2010/main" val="3240350260"/>
              </p:ext>
            </p:extLst>
          </p:nvPr>
        </p:nvGraphicFramePr>
        <p:xfrm>
          <a:off x="614781" y="551705"/>
          <a:ext cx="10915579" cy="5886192"/>
        </p:xfrm>
        <a:graphic>
          <a:graphicData uri="http://schemas.openxmlformats.org/drawingml/2006/table">
            <a:tbl>
              <a:tblPr>
                <a:tableStyleId>{5C22544A-7EE6-4342-B048-85BDC9FD1C3A}</a:tableStyleId>
              </a:tblPr>
              <a:tblGrid>
                <a:gridCol w="2847201">
                  <a:extLst>
                    <a:ext uri="{9D8B030D-6E8A-4147-A177-3AD203B41FA5}">
                      <a16:colId xmlns:a16="http://schemas.microsoft.com/office/drawing/2014/main" val="1905144084"/>
                    </a:ext>
                  </a:extLst>
                </a:gridCol>
                <a:gridCol w="2571057">
                  <a:extLst>
                    <a:ext uri="{9D8B030D-6E8A-4147-A177-3AD203B41FA5}">
                      <a16:colId xmlns:a16="http://schemas.microsoft.com/office/drawing/2014/main" val="407801157"/>
                    </a:ext>
                  </a:extLst>
                </a:gridCol>
                <a:gridCol w="5497321">
                  <a:extLst>
                    <a:ext uri="{9D8B030D-6E8A-4147-A177-3AD203B41FA5}">
                      <a16:colId xmlns:a16="http://schemas.microsoft.com/office/drawing/2014/main" val="3375871195"/>
                    </a:ext>
                  </a:extLst>
                </a:gridCol>
              </a:tblGrid>
              <a:tr h="269325">
                <a:tc>
                  <a:txBody>
                    <a:bodyPr/>
                    <a:lstStyle/>
                    <a:p>
                      <a:pPr>
                        <a:buNone/>
                      </a:pPr>
                      <a:r>
                        <a:rPr lang="en-US" sz="2000" b="1"/>
                        <a:t>Android layer</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b="1" dirty="0"/>
                        <a:t>Forensic evidence?</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b="1" dirty="0"/>
                        <a:t>Typical examples</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0385841"/>
                  </a:ext>
                </a:extLst>
              </a:tr>
              <a:tr h="875309">
                <a:tc>
                  <a:txBody>
                    <a:bodyPr/>
                    <a:lstStyle/>
                    <a:p>
                      <a:pPr>
                        <a:buNone/>
                      </a:pPr>
                      <a:r>
                        <a:rPr lang="en-US" sz="2000"/>
                        <a:t>Applications &amp; Platform Services</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t>★★★★★ Primary</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t>App databases, messages, call records, contacts, browser history, account data, tokens, preferences, caches, Google/GMS artifacts</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3675441"/>
                  </a:ext>
                </a:extLst>
              </a:tr>
              <a:tr h="1077304">
                <a:tc>
                  <a:txBody>
                    <a:bodyPr/>
                    <a:lstStyle/>
                    <a:p>
                      <a:pPr>
                        <a:buNone/>
                      </a:pPr>
                      <a:r>
                        <a:rPr lang="en-US" sz="2000"/>
                        <a:t>Application Framework</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t>★★★★ High</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t>Package installation information, accounts, notifications, usage statistics, location-related records, system settings, activity/task information</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7345908"/>
                  </a:ext>
                </a:extLst>
              </a:tr>
              <a:tr h="875309">
                <a:tc>
                  <a:txBody>
                    <a:bodyPr/>
                    <a:lstStyle/>
                    <a:p>
                      <a:pPr>
                        <a:buNone/>
                      </a:pPr>
                      <a:r>
                        <a:rPr lang="en-US" sz="2000"/>
                        <a:t>Native Libraries</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t>★★ Limited/directly</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dirty="0"/>
                        <a:t>SQLite structures, media metadata, crypto-related artifacts; libraries themselves are generally code rather than evidence</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0217845"/>
                  </a:ext>
                </a:extLst>
              </a:tr>
              <a:tr h="875309">
                <a:tc>
                  <a:txBody>
                    <a:bodyPr/>
                    <a:lstStyle/>
                    <a:p>
                      <a:pPr>
                        <a:buNone/>
                      </a:pPr>
                      <a:r>
                        <a:rPr lang="en-US" sz="2000"/>
                        <a:t>Android Runtime (ART)</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t>★★–★★★ Mostly volatile/derived</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t>Process memory, Java objects, runtime state, compiled app artifacts such as .odex/.vdex, traces</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1310983"/>
                  </a:ext>
                </a:extLst>
              </a:tr>
              <a:tr h="673315">
                <a:tc>
                  <a:txBody>
                    <a:bodyPr/>
                    <a:lstStyle/>
                    <a:p>
                      <a:pPr>
                        <a:buNone/>
                      </a:pPr>
                      <a:r>
                        <a:rPr lang="en-US" sz="2000"/>
                        <a:t>HAL</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t>★–★★ Specialized</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t>Sensor/camera/GPS/hardware interaction traces, depending on vendor implementation</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471881"/>
                  </a:ext>
                </a:extLst>
              </a:tr>
              <a:tr h="875309">
                <a:tc>
                  <a:txBody>
                    <a:bodyPr/>
                    <a:lstStyle/>
                    <a:p>
                      <a:pPr>
                        <a:buNone/>
                      </a:pPr>
                      <a:r>
                        <a:rPr lang="en-US" sz="2000"/>
                        <a:t>Linux Kernel</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a:t>★★★★ Important</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2000" dirty="0"/>
                        <a:t>Filesystem metadata, kernel logs, process information, network state, device information, </a:t>
                      </a:r>
                      <a:r>
                        <a:rPr lang="en-US" sz="2000" dirty="0" err="1"/>
                        <a:t>SELinux</a:t>
                      </a:r>
                      <a:r>
                        <a:rPr lang="en-US" sz="2000" dirty="0"/>
                        <a:t>/audit logs, memory</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864077"/>
                  </a:ext>
                </a:extLst>
              </a:tr>
            </a:tbl>
          </a:graphicData>
        </a:graphic>
      </p:graphicFrame>
    </p:spTree>
    <p:extLst>
      <p:ext uri="{BB962C8B-B14F-4D97-AF65-F5344CB8AC3E}">
        <p14:creationId xmlns:p14="http://schemas.microsoft.com/office/powerpoint/2010/main" val="3364671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AD1DD-41C5-49D1-9394-E933EE31404D}"/>
              </a:ext>
            </a:extLst>
          </p:cNvPr>
          <p:cNvSpPr>
            <a:spLocks noGrp="1"/>
          </p:cNvSpPr>
          <p:nvPr>
            <p:ph type="title"/>
          </p:nvPr>
        </p:nvSpPr>
        <p:spPr/>
        <p:txBody>
          <a:bodyPr/>
          <a:lstStyle/>
          <a:p>
            <a:r>
              <a:rPr lang="en-US">
                <a:solidFill>
                  <a:srgbClr val="FF0000"/>
                </a:solidFill>
              </a:rPr>
              <a:t>A</a:t>
            </a:r>
            <a:r>
              <a:rPr lang="en-US"/>
              <a:t>ndroid </a:t>
            </a:r>
            <a:r>
              <a:rPr lang="en-US" err="1">
                <a:solidFill>
                  <a:srgbClr val="FF0000"/>
                </a:solidFill>
              </a:rPr>
              <a:t>R</a:t>
            </a:r>
            <a:r>
              <a:rPr lang="en-US" err="1"/>
              <a:t>un</a:t>
            </a:r>
            <a:r>
              <a:rPr lang="en-US" err="1">
                <a:solidFill>
                  <a:srgbClr val="FF0000"/>
                </a:solidFill>
              </a:rPr>
              <a:t>T</a:t>
            </a:r>
            <a:r>
              <a:rPr lang="en-US" err="1"/>
              <a:t>ime</a:t>
            </a:r>
            <a:r>
              <a:rPr lang="en-US"/>
              <a:t> (ART)</a:t>
            </a:r>
          </a:p>
        </p:txBody>
      </p:sp>
      <p:sp>
        <p:nvSpPr>
          <p:cNvPr id="12" name="Text 1">
            <a:extLst>
              <a:ext uri="{FF2B5EF4-FFF2-40B4-BE49-F238E27FC236}">
                <a16:creationId xmlns:a16="http://schemas.microsoft.com/office/drawing/2014/main" id="{EF694B5B-E19C-66E6-BAF9-CF6D9F55BE31}"/>
              </a:ext>
            </a:extLst>
          </p:cNvPr>
          <p:cNvSpPr/>
          <p:nvPr/>
        </p:nvSpPr>
        <p:spPr>
          <a:xfrm>
            <a:off x="6809232" y="721266"/>
            <a:ext cx="3191256" cy="768254"/>
          </a:xfrm>
          <a:prstGeom prst="rect">
            <a:avLst/>
          </a:prstGeom>
          <a:noFill/>
          <a:ln/>
        </p:spPr>
        <p:txBody>
          <a:bodyPr wrap="square" lIns="0" tIns="0" rIns="0" bIns="0" rtlCol="0" anchor="t">
            <a:normAutofit/>
          </a:bodyPr>
          <a:lstStyle/>
          <a:p>
            <a:pPr marL="0" indent="0" algn="l">
              <a:buNone/>
            </a:pPr>
            <a:r>
              <a:rPr lang="en-US" sz="2000" dirty="0">
                <a:solidFill>
                  <a:srgbClr val="334155"/>
                </a:solidFill>
                <a:latin typeface="Aptos" pitchFamily="34" charset="0"/>
                <a:ea typeface="Aptos" pitchFamily="34" charset="-122"/>
                <a:cs typeface="Aptos" pitchFamily="34" charset="-120"/>
              </a:rPr>
              <a:t>The managed runtime that runs Android app bytecode</a:t>
            </a:r>
            <a:endParaRPr lang="en-US" sz="2000" dirty="0"/>
          </a:p>
        </p:txBody>
      </p:sp>
      <p:sp>
        <p:nvSpPr>
          <p:cNvPr id="19" name="Text 3">
            <a:extLst>
              <a:ext uri="{FF2B5EF4-FFF2-40B4-BE49-F238E27FC236}">
                <a16:creationId xmlns:a16="http://schemas.microsoft.com/office/drawing/2014/main" id="{372BB64E-A132-F2A2-AA72-2AAA95C6F2B3}"/>
              </a:ext>
            </a:extLst>
          </p:cNvPr>
          <p:cNvSpPr/>
          <p:nvPr/>
        </p:nvSpPr>
        <p:spPr>
          <a:xfrm>
            <a:off x="518160" y="1644968"/>
            <a:ext cx="11201400" cy="530352"/>
          </a:xfrm>
          <a:prstGeom prst="roundRect">
            <a:avLst>
              <a:gd name="adj" fmla="val 13793"/>
            </a:avLst>
          </a:prstGeom>
          <a:solidFill>
            <a:srgbClr val="DBEAFE"/>
          </a:solidFill>
          <a:ln w="15240">
            <a:solidFill>
              <a:srgbClr val="93C5FD"/>
            </a:solidFill>
          </a:ln>
          <a:effectLst>
            <a:outerShdw blurRad="12700" dist="50800" dir="2700000" algn="bl" rotWithShape="0">
              <a:srgbClr val="000000">
                <a:alpha val="12000"/>
              </a:srgbClr>
            </a:outerShdw>
          </a:effectLst>
        </p:spPr>
        <p:txBody>
          <a:bodyPr wrap="square" lIns="1016" tIns="1016" rIns="1016" bIns="1016" rtlCol="0" anchor="ctr">
            <a:normAutofit lnSpcReduction="10000"/>
          </a:bodyPr>
          <a:lstStyle/>
          <a:p>
            <a:pPr marL="0" indent="0" algn="ctr">
              <a:buNone/>
            </a:pPr>
            <a:r>
              <a:rPr lang="en-US" sz="1650" b="1" dirty="0">
                <a:solidFill>
                  <a:srgbClr val="0F172A"/>
                </a:solidFill>
                <a:latin typeface="Aptos" pitchFamily="34" charset="0"/>
                <a:ea typeface="Aptos" pitchFamily="34" charset="-122"/>
                <a:cs typeface="Aptos" pitchFamily="34" charset="-120"/>
              </a:rPr>
              <a:t>ART executes DEX bytecode for apps and some system services, while managing compilation, memory, and runtime execution.</a:t>
            </a:r>
            <a:endParaRPr lang="en-US" sz="1650" dirty="0"/>
          </a:p>
        </p:txBody>
      </p:sp>
      <p:sp>
        <p:nvSpPr>
          <p:cNvPr id="23" name="Text 4">
            <a:extLst>
              <a:ext uri="{FF2B5EF4-FFF2-40B4-BE49-F238E27FC236}">
                <a16:creationId xmlns:a16="http://schemas.microsoft.com/office/drawing/2014/main" id="{97330ED8-F2A2-0260-F358-EC763BA52AA4}"/>
              </a:ext>
            </a:extLst>
          </p:cNvPr>
          <p:cNvSpPr/>
          <p:nvPr/>
        </p:nvSpPr>
        <p:spPr>
          <a:xfrm>
            <a:off x="518160" y="2447544"/>
            <a:ext cx="11201400" cy="1609344"/>
          </a:xfrm>
          <a:prstGeom prst="roundRect">
            <a:avLst>
              <a:gd name="adj" fmla="val 3556"/>
            </a:avLst>
          </a:prstGeom>
          <a:solidFill>
            <a:srgbClr val="FFFFFF"/>
          </a:solidFill>
          <a:ln w="12700">
            <a:solidFill>
              <a:srgbClr val="E2E8F0"/>
            </a:solidFill>
          </a:ln>
          <a:effectLst>
            <a:outerShdw blurRad="12700" dist="50800" dir="2700000" algn="bl" rotWithShape="0">
              <a:srgbClr val="000000">
                <a:alpha val="12000"/>
              </a:srgbClr>
            </a:outerShdw>
          </a:effectLst>
        </p:spPr>
        <p:txBody>
          <a:bodyPr wrap="square" lIns="1016" tIns="1016" rIns="1016" bIns="1016" rtlCol="0" anchor="ctr">
            <a:normAutofit/>
          </a:bodyPr>
          <a:lstStyle/>
          <a:p>
            <a:pPr marL="0" indent="0" algn="ctr">
              <a:buNone/>
            </a:pPr>
            <a:endParaRPr lang="en-US" sz="1400" dirty="0"/>
          </a:p>
        </p:txBody>
      </p:sp>
      <p:sp>
        <p:nvSpPr>
          <p:cNvPr id="28" name="Text 5">
            <a:extLst>
              <a:ext uri="{FF2B5EF4-FFF2-40B4-BE49-F238E27FC236}">
                <a16:creationId xmlns:a16="http://schemas.microsoft.com/office/drawing/2014/main" id="{EDDA60B7-5312-CABA-B50C-22E20A379788}"/>
              </a:ext>
            </a:extLst>
          </p:cNvPr>
          <p:cNvSpPr/>
          <p:nvPr/>
        </p:nvSpPr>
        <p:spPr>
          <a:xfrm>
            <a:off x="792480" y="2564892"/>
            <a:ext cx="4389120" cy="237744"/>
          </a:xfrm>
          <a:prstGeom prst="rect">
            <a:avLst/>
          </a:prstGeom>
          <a:noFill/>
          <a:ln/>
        </p:spPr>
        <p:txBody>
          <a:bodyPr wrap="square" lIns="0" tIns="0" rIns="0" bIns="0" rtlCol="0" anchor="t">
            <a:normAutofit lnSpcReduction="10000"/>
          </a:bodyPr>
          <a:lstStyle/>
          <a:p>
            <a:pPr marL="0" indent="0" algn="l">
              <a:buNone/>
            </a:pPr>
            <a:r>
              <a:rPr lang="en-US" sz="1600" b="1" dirty="0">
                <a:solidFill>
                  <a:srgbClr val="0F172A"/>
                </a:solidFill>
                <a:latin typeface="Aptos" pitchFamily="34" charset="0"/>
                <a:ea typeface="Aptos" pitchFamily="34" charset="-122"/>
                <a:cs typeface="Aptos" pitchFamily="34" charset="-120"/>
              </a:rPr>
              <a:t>Execution flow</a:t>
            </a:r>
            <a:endParaRPr lang="en-US" sz="1600" dirty="0"/>
          </a:p>
        </p:txBody>
      </p:sp>
      <p:sp>
        <p:nvSpPr>
          <p:cNvPr id="32" name="Text 6">
            <a:extLst>
              <a:ext uri="{FF2B5EF4-FFF2-40B4-BE49-F238E27FC236}">
                <a16:creationId xmlns:a16="http://schemas.microsoft.com/office/drawing/2014/main" id="{E6575C76-CA99-930E-C55A-4F3DB29EE59C}"/>
              </a:ext>
            </a:extLst>
          </p:cNvPr>
          <p:cNvSpPr/>
          <p:nvPr/>
        </p:nvSpPr>
        <p:spPr>
          <a:xfrm>
            <a:off x="7239000" y="2564892"/>
            <a:ext cx="4114800" cy="237744"/>
          </a:xfrm>
          <a:prstGeom prst="rect">
            <a:avLst/>
          </a:prstGeom>
          <a:noFill/>
          <a:ln/>
        </p:spPr>
        <p:txBody>
          <a:bodyPr wrap="square" lIns="0" tIns="0" rIns="0" bIns="0" rtlCol="0" anchor="t">
            <a:normAutofit lnSpcReduction="10000"/>
          </a:bodyPr>
          <a:lstStyle/>
          <a:p>
            <a:pPr marL="0" indent="0" algn="ctr">
              <a:buNone/>
            </a:pPr>
            <a:r>
              <a:rPr lang="en-US" sz="1600" b="1" dirty="0">
                <a:solidFill>
                  <a:srgbClr val="0F172A"/>
                </a:solidFill>
                <a:latin typeface="Aptos" pitchFamily="34" charset="0"/>
                <a:ea typeface="Aptos" pitchFamily="34" charset="-122"/>
                <a:cs typeface="Aptos" pitchFamily="34" charset="-120"/>
              </a:rPr>
              <a:t>Inside ART</a:t>
            </a:r>
            <a:endParaRPr lang="en-US" sz="1600" dirty="0"/>
          </a:p>
        </p:txBody>
      </p:sp>
      <p:sp>
        <p:nvSpPr>
          <p:cNvPr id="36" name="Text 7">
            <a:extLst>
              <a:ext uri="{FF2B5EF4-FFF2-40B4-BE49-F238E27FC236}">
                <a16:creationId xmlns:a16="http://schemas.microsoft.com/office/drawing/2014/main" id="{430379E6-18AE-70E8-4A07-816079188C7C}"/>
              </a:ext>
            </a:extLst>
          </p:cNvPr>
          <p:cNvSpPr/>
          <p:nvPr/>
        </p:nvSpPr>
        <p:spPr>
          <a:xfrm>
            <a:off x="792480" y="3022092"/>
            <a:ext cx="1572768" cy="786384"/>
          </a:xfrm>
          <a:prstGeom prst="roundRect">
            <a:avLst>
              <a:gd name="adj" fmla="val 9302"/>
            </a:avLst>
          </a:prstGeom>
          <a:solidFill>
            <a:srgbClr val="DCFCE7"/>
          </a:solidFill>
          <a:ln w="15240">
            <a:solidFill>
              <a:srgbClr val="86EFAC"/>
            </a:solidFill>
          </a:ln>
        </p:spPr>
        <p:txBody>
          <a:bodyPr wrap="square" lIns="1016" tIns="1016" rIns="1016" bIns="1016" rtlCol="0" anchor="ctr">
            <a:normAutofit/>
          </a:bodyPr>
          <a:lstStyle/>
          <a:p>
            <a:pPr marL="0" indent="0" algn="ctr">
              <a:buNone/>
            </a:pPr>
            <a:r>
              <a:rPr lang="en-US" sz="1250" b="1" dirty="0">
                <a:solidFill>
                  <a:srgbClr val="14532D"/>
                </a:solidFill>
                <a:latin typeface="Aptos" pitchFamily="34" charset="0"/>
                <a:ea typeface="Aptos" pitchFamily="34" charset="-122"/>
                <a:cs typeface="Aptos" pitchFamily="34" charset="-120"/>
              </a:rPr>
              <a:t>Java / Kotlin</a:t>
            </a:r>
            <a:endParaRPr lang="en-US" sz="1250" dirty="0"/>
          </a:p>
          <a:p>
            <a:pPr marL="0" indent="0" algn="ctr">
              <a:buNone/>
            </a:pPr>
            <a:r>
              <a:rPr lang="en-US" sz="1250" b="1" dirty="0">
                <a:solidFill>
                  <a:srgbClr val="14532D"/>
                </a:solidFill>
                <a:latin typeface="Aptos" pitchFamily="34" charset="0"/>
                <a:ea typeface="Aptos" pitchFamily="34" charset="-122"/>
                <a:cs typeface="Aptos" pitchFamily="34" charset="-120"/>
              </a:rPr>
              <a:t>source code</a:t>
            </a:r>
            <a:endParaRPr lang="en-US" sz="1250" dirty="0"/>
          </a:p>
        </p:txBody>
      </p:sp>
      <p:sp>
        <p:nvSpPr>
          <p:cNvPr id="38" name="Text 8">
            <a:extLst>
              <a:ext uri="{FF2B5EF4-FFF2-40B4-BE49-F238E27FC236}">
                <a16:creationId xmlns:a16="http://schemas.microsoft.com/office/drawing/2014/main" id="{22407877-D96D-3892-C39E-6AF9892713F3}"/>
              </a:ext>
            </a:extLst>
          </p:cNvPr>
          <p:cNvSpPr/>
          <p:nvPr/>
        </p:nvSpPr>
        <p:spPr>
          <a:xfrm>
            <a:off x="2456688" y="3232404"/>
            <a:ext cx="256032" cy="274320"/>
          </a:xfrm>
          <a:prstGeom prst="rect">
            <a:avLst/>
          </a:prstGeom>
          <a:noFill/>
          <a:ln/>
        </p:spPr>
        <p:txBody>
          <a:bodyPr wrap="square" lIns="0" tIns="0" rIns="0" bIns="0" rtlCol="0" anchor="ctr"/>
          <a:lstStyle/>
          <a:p>
            <a:pPr marL="0" indent="0" algn="ctr">
              <a:buNone/>
            </a:pPr>
            <a:r>
              <a:rPr lang="en-US" sz="2200" dirty="0">
                <a:solidFill>
                  <a:srgbClr val="64748B"/>
                </a:solidFill>
                <a:latin typeface="Arial" pitchFamily="34" charset="0"/>
                <a:ea typeface="Arial" pitchFamily="34" charset="-122"/>
                <a:cs typeface="Arial" pitchFamily="34" charset="-120"/>
              </a:rPr>
              <a:t>➜</a:t>
            </a:r>
            <a:endParaRPr lang="en-US" sz="2200" dirty="0"/>
          </a:p>
        </p:txBody>
      </p:sp>
      <p:sp>
        <p:nvSpPr>
          <p:cNvPr id="40" name="Text 9">
            <a:extLst>
              <a:ext uri="{FF2B5EF4-FFF2-40B4-BE49-F238E27FC236}">
                <a16:creationId xmlns:a16="http://schemas.microsoft.com/office/drawing/2014/main" id="{F147CCC2-BF1A-5F5E-275C-3F531CB69B77}"/>
              </a:ext>
            </a:extLst>
          </p:cNvPr>
          <p:cNvSpPr/>
          <p:nvPr/>
        </p:nvSpPr>
        <p:spPr>
          <a:xfrm>
            <a:off x="2822448" y="3022092"/>
            <a:ext cx="1572768" cy="786384"/>
          </a:xfrm>
          <a:prstGeom prst="roundRect">
            <a:avLst>
              <a:gd name="adj" fmla="val 9302"/>
            </a:avLst>
          </a:prstGeom>
          <a:solidFill>
            <a:srgbClr val="DBEAFE"/>
          </a:solidFill>
          <a:ln w="15240">
            <a:solidFill>
              <a:srgbClr val="93C5FD"/>
            </a:solidFill>
          </a:ln>
        </p:spPr>
        <p:txBody>
          <a:bodyPr wrap="square" lIns="1016" tIns="1016" rIns="1016" bIns="1016" rtlCol="0" anchor="ctr">
            <a:normAutofit/>
          </a:bodyPr>
          <a:lstStyle/>
          <a:p>
            <a:pPr marL="0" indent="0" algn="ctr">
              <a:buNone/>
            </a:pPr>
            <a:r>
              <a:rPr lang="en-US" sz="1250" b="1" dirty="0">
                <a:solidFill>
                  <a:srgbClr val="1E3A8A"/>
                </a:solidFill>
                <a:latin typeface="Aptos" pitchFamily="34" charset="0"/>
                <a:ea typeface="Aptos" pitchFamily="34" charset="-122"/>
                <a:cs typeface="Aptos" pitchFamily="34" charset="-120"/>
              </a:rPr>
              <a:t>DEX bytecode</a:t>
            </a:r>
            <a:endParaRPr lang="en-US" sz="1250" dirty="0"/>
          </a:p>
          <a:p>
            <a:pPr marL="0" indent="0" algn="ctr">
              <a:buNone/>
            </a:pPr>
            <a:r>
              <a:rPr lang="en-US" sz="1250" b="1" dirty="0">
                <a:solidFill>
                  <a:srgbClr val="1E3A8A"/>
                </a:solidFill>
                <a:latin typeface="Aptos" pitchFamily="34" charset="0"/>
                <a:ea typeface="Aptos" pitchFamily="34" charset="-122"/>
                <a:cs typeface="Aptos" pitchFamily="34" charset="-120"/>
              </a:rPr>
              <a:t>(.dex in APK)</a:t>
            </a:r>
            <a:endParaRPr lang="en-US" sz="1250" dirty="0"/>
          </a:p>
        </p:txBody>
      </p:sp>
      <p:sp>
        <p:nvSpPr>
          <p:cNvPr id="42" name="Text 10">
            <a:extLst>
              <a:ext uri="{FF2B5EF4-FFF2-40B4-BE49-F238E27FC236}">
                <a16:creationId xmlns:a16="http://schemas.microsoft.com/office/drawing/2014/main" id="{C01059D6-F0D8-BE63-C100-B78EDC7F6B9C}"/>
              </a:ext>
            </a:extLst>
          </p:cNvPr>
          <p:cNvSpPr/>
          <p:nvPr/>
        </p:nvSpPr>
        <p:spPr>
          <a:xfrm>
            <a:off x="4486656" y="3232404"/>
            <a:ext cx="256032" cy="274320"/>
          </a:xfrm>
          <a:prstGeom prst="rect">
            <a:avLst/>
          </a:prstGeom>
          <a:noFill/>
          <a:ln/>
        </p:spPr>
        <p:txBody>
          <a:bodyPr wrap="square" lIns="0" tIns="0" rIns="0" bIns="0" rtlCol="0" anchor="ctr"/>
          <a:lstStyle/>
          <a:p>
            <a:pPr marL="0" indent="0" algn="ctr">
              <a:buNone/>
            </a:pPr>
            <a:r>
              <a:rPr lang="en-US" sz="2200" dirty="0">
                <a:solidFill>
                  <a:srgbClr val="64748B"/>
                </a:solidFill>
                <a:latin typeface="Arial" pitchFamily="34" charset="0"/>
                <a:ea typeface="Arial" pitchFamily="34" charset="-122"/>
                <a:cs typeface="Arial" pitchFamily="34" charset="-120"/>
              </a:rPr>
              <a:t>➜</a:t>
            </a:r>
            <a:endParaRPr lang="en-US" sz="2200" dirty="0"/>
          </a:p>
        </p:txBody>
      </p:sp>
      <p:sp>
        <p:nvSpPr>
          <p:cNvPr id="44" name="Text 11">
            <a:extLst>
              <a:ext uri="{FF2B5EF4-FFF2-40B4-BE49-F238E27FC236}">
                <a16:creationId xmlns:a16="http://schemas.microsoft.com/office/drawing/2014/main" id="{53BA3EA1-4B68-965A-D92C-0B94BCB0FA98}"/>
              </a:ext>
            </a:extLst>
          </p:cNvPr>
          <p:cNvSpPr/>
          <p:nvPr/>
        </p:nvSpPr>
        <p:spPr>
          <a:xfrm>
            <a:off x="4861560" y="2866644"/>
            <a:ext cx="1856232" cy="1078992"/>
          </a:xfrm>
          <a:prstGeom prst="roundRect">
            <a:avLst>
              <a:gd name="adj" fmla="val 6780"/>
            </a:avLst>
          </a:prstGeom>
          <a:solidFill>
            <a:srgbClr val="FFEDD5"/>
          </a:solidFill>
          <a:ln w="25400">
            <a:solidFill>
              <a:srgbClr val="FDBA74"/>
            </a:solidFill>
          </a:ln>
          <a:effectLst>
            <a:outerShdw blurRad="12700" dist="50800" dir="2700000" algn="bl" rotWithShape="0">
              <a:srgbClr val="000000">
                <a:alpha val="12000"/>
              </a:srgbClr>
            </a:outerShdw>
          </a:effectLst>
        </p:spPr>
        <p:txBody>
          <a:bodyPr wrap="square" lIns="1016" tIns="1016" rIns="1016" bIns="1016" rtlCol="0" anchor="ctr">
            <a:normAutofit/>
          </a:bodyPr>
          <a:lstStyle/>
          <a:p>
            <a:pPr marL="0" indent="0" algn="ctr">
              <a:buNone/>
            </a:pPr>
            <a:r>
              <a:rPr lang="en-US" sz="1520" b="1" dirty="0">
                <a:solidFill>
                  <a:srgbClr val="EA580C"/>
                </a:solidFill>
                <a:latin typeface="Aptos" pitchFamily="34" charset="0"/>
                <a:ea typeface="Aptos" pitchFamily="34" charset="-122"/>
                <a:cs typeface="Aptos" pitchFamily="34" charset="-120"/>
              </a:rPr>
              <a:t>ART</a:t>
            </a:r>
            <a:endParaRPr lang="en-US" sz="1520" dirty="0"/>
          </a:p>
          <a:p>
            <a:pPr marL="0" indent="0" algn="ctr">
              <a:buNone/>
            </a:pPr>
            <a:r>
              <a:rPr lang="en-US" sz="1520" b="1" dirty="0">
                <a:solidFill>
                  <a:srgbClr val="EA580C"/>
                </a:solidFill>
                <a:latin typeface="Aptos" pitchFamily="34" charset="0"/>
                <a:ea typeface="Aptos" pitchFamily="34" charset="-122"/>
                <a:cs typeface="Aptos" pitchFamily="34" charset="-120"/>
              </a:rPr>
              <a:t>Android Runtime</a:t>
            </a:r>
            <a:endParaRPr lang="en-US" sz="1520" dirty="0"/>
          </a:p>
        </p:txBody>
      </p:sp>
      <p:sp>
        <p:nvSpPr>
          <p:cNvPr id="46" name="Text 12">
            <a:extLst>
              <a:ext uri="{FF2B5EF4-FFF2-40B4-BE49-F238E27FC236}">
                <a16:creationId xmlns:a16="http://schemas.microsoft.com/office/drawing/2014/main" id="{25F454B9-87D6-413D-90E5-5C588BB265F7}"/>
              </a:ext>
            </a:extLst>
          </p:cNvPr>
          <p:cNvSpPr/>
          <p:nvPr/>
        </p:nvSpPr>
        <p:spPr>
          <a:xfrm>
            <a:off x="6809232" y="2813304"/>
            <a:ext cx="256032" cy="274320"/>
          </a:xfrm>
          <a:prstGeom prst="rect">
            <a:avLst/>
          </a:prstGeom>
          <a:noFill/>
          <a:ln/>
        </p:spPr>
        <p:txBody>
          <a:bodyPr wrap="square" lIns="0" tIns="0" rIns="0" bIns="0" rtlCol="0" anchor="ctr"/>
          <a:lstStyle/>
          <a:p>
            <a:pPr marL="0" indent="0" algn="ctr">
              <a:buNone/>
            </a:pPr>
            <a:r>
              <a:rPr lang="en-US" sz="2200" dirty="0">
                <a:solidFill>
                  <a:srgbClr val="64748B"/>
                </a:solidFill>
                <a:latin typeface="Arial" pitchFamily="34" charset="0"/>
                <a:ea typeface="Arial" pitchFamily="34" charset="-122"/>
                <a:cs typeface="Arial" pitchFamily="34" charset="-120"/>
              </a:rPr>
              <a:t>➜</a:t>
            </a:r>
            <a:endParaRPr lang="en-US" sz="2200" dirty="0"/>
          </a:p>
        </p:txBody>
      </p:sp>
      <p:sp>
        <p:nvSpPr>
          <p:cNvPr id="48" name="Text 13">
            <a:extLst>
              <a:ext uri="{FF2B5EF4-FFF2-40B4-BE49-F238E27FC236}">
                <a16:creationId xmlns:a16="http://schemas.microsoft.com/office/drawing/2014/main" id="{E78CC62F-D775-D2CE-8826-1BEBCCD9E8D2}"/>
              </a:ext>
            </a:extLst>
          </p:cNvPr>
          <p:cNvSpPr/>
          <p:nvPr/>
        </p:nvSpPr>
        <p:spPr>
          <a:xfrm>
            <a:off x="7174992" y="3022092"/>
            <a:ext cx="1572768" cy="786384"/>
          </a:xfrm>
          <a:prstGeom prst="roundRect">
            <a:avLst>
              <a:gd name="adj" fmla="val 9302"/>
            </a:avLst>
          </a:prstGeom>
          <a:solidFill>
            <a:srgbClr val="F3E8FF"/>
          </a:solidFill>
          <a:ln w="15240">
            <a:solidFill>
              <a:srgbClr val="D8B4FE"/>
            </a:solidFill>
          </a:ln>
        </p:spPr>
        <p:txBody>
          <a:bodyPr wrap="square" lIns="1016" tIns="1016" rIns="1016" bIns="1016" rtlCol="0" anchor="ctr">
            <a:normAutofit/>
          </a:bodyPr>
          <a:lstStyle/>
          <a:p>
            <a:pPr marL="0" indent="0" algn="ctr">
              <a:buNone/>
            </a:pPr>
            <a:r>
              <a:rPr lang="en-US" sz="1250" b="1" dirty="0">
                <a:solidFill>
                  <a:srgbClr val="7E22CE"/>
                </a:solidFill>
                <a:latin typeface="Aptos" pitchFamily="34" charset="0"/>
                <a:ea typeface="Aptos" pitchFamily="34" charset="-122"/>
                <a:cs typeface="Aptos" pitchFamily="34" charset="-120"/>
              </a:rPr>
              <a:t>Native machine</a:t>
            </a:r>
            <a:endParaRPr lang="en-US" sz="1250" dirty="0"/>
          </a:p>
          <a:p>
            <a:pPr marL="0" indent="0" algn="ctr">
              <a:buNone/>
            </a:pPr>
            <a:r>
              <a:rPr lang="en-US" sz="1250" b="1" dirty="0">
                <a:solidFill>
                  <a:srgbClr val="7E22CE"/>
                </a:solidFill>
                <a:latin typeface="Aptos" pitchFamily="34" charset="0"/>
                <a:ea typeface="Aptos" pitchFamily="34" charset="-122"/>
                <a:cs typeface="Aptos" pitchFamily="34" charset="-120"/>
              </a:rPr>
              <a:t>code</a:t>
            </a:r>
            <a:endParaRPr lang="en-US" sz="1250" dirty="0"/>
          </a:p>
        </p:txBody>
      </p:sp>
      <p:sp>
        <p:nvSpPr>
          <p:cNvPr id="50" name="Text 14">
            <a:extLst>
              <a:ext uri="{FF2B5EF4-FFF2-40B4-BE49-F238E27FC236}">
                <a16:creationId xmlns:a16="http://schemas.microsoft.com/office/drawing/2014/main" id="{8EA5EF0C-6573-5DFF-A3BD-18ADF334DDDD}"/>
              </a:ext>
            </a:extLst>
          </p:cNvPr>
          <p:cNvSpPr/>
          <p:nvPr/>
        </p:nvSpPr>
        <p:spPr>
          <a:xfrm>
            <a:off x="8839200" y="3232404"/>
            <a:ext cx="256032" cy="274320"/>
          </a:xfrm>
          <a:prstGeom prst="rect">
            <a:avLst/>
          </a:prstGeom>
          <a:noFill/>
          <a:ln/>
        </p:spPr>
        <p:txBody>
          <a:bodyPr wrap="square" lIns="0" tIns="0" rIns="0" bIns="0" rtlCol="0" anchor="ctr"/>
          <a:lstStyle/>
          <a:p>
            <a:pPr marL="0" indent="0" algn="ctr">
              <a:buNone/>
            </a:pPr>
            <a:r>
              <a:rPr lang="en-US" sz="2200" dirty="0">
                <a:solidFill>
                  <a:srgbClr val="64748B"/>
                </a:solidFill>
                <a:latin typeface="Arial" pitchFamily="34" charset="0"/>
                <a:ea typeface="Arial" pitchFamily="34" charset="-122"/>
                <a:cs typeface="Arial" pitchFamily="34" charset="-120"/>
              </a:rPr>
              <a:t>➜</a:t>
            </a:r>
            <a:endParaRPr lang="en-US" sz="2200" dirty="0"/>
          </a:p>
        </p:txBody>
      </p:sp>
      <p:sp>
        <p:nvSpPr>
          <p:cNvPr id="52" name="Text 15">
            <a:extLst>
              <a:ext uri="{FF2B5EF4-FFF2-40B4-BE49-F238E27FC236}">
                <a16:creationId xmlns:a16="http://schemas.microsoft.com/office/drawing/2014/main" id="{6F395B4A-CCB1-BC34-CD4F-160171E1F645}"/>
              </a:ext>
            </a:extLst>
          </p:cNvPr>
          <p:cNvSpPr/>
          <p:nvPr/>
        </p:nvSpPr>
        <p:spPr>
          <a:xfrm>
            <a:off x="9204960" y="3022092"/>
            <a:ext cx="1572768" cy="786384"/>
          </a:xfrm>
          <a:prstGeom prst="roundRect">
            <a:avLst>
              <a:gd name="adj" fmla="val 9302"/>
            </a:avLst>
          </a:prstGeom>
          <a:solidFill>
            <a:srgbClr val="FEE2E2"/>
          </a:solidFill>
          <a:ln w="15240">
            <a:solidFill>
              <a:srgbClr val="FCA5A5"/>
            </a:solidFill>
          </a:ln>
        </p:spPr>
        <p:txBody>
          <a:bodyPr wrap="square" lIns="1016" tIns="1016" rIns="1016" bIns="1016" rtlCol="0" anchor="ctr">
            <a:normAutofit/>
          </a:bodyPr>
          <a:lstStyle/>
          <a:p>
            <a:pPr marL="0" indent="0" algn="ctr">
              <a:buNone/>
            </a:pPr>
            <a:r>
              <a:rPr lang="en-US" sz="1250" b="1" dirty="0">
                <a:solidFill>
                  <a:srgbClr val="B91C1C"/>
                </a:solidFill>
                <a:latin typeface="Aptos" pitchFamily="34" charset="0"/>
                <a:ea typeface="Aptos" pitchFamily="34" charset="-122"/>
                <a:cs typeface="Aptos" pitchFamily="34" charset="-120"/>
              </a:rPr>
              <a:t>CPU + Linux</a:t>
            </a:r>
            <a:endParaRPr lang="en-US" sz="1250" dirty="0"/>
          </a:p>
          <a:p>
            <a:pPr marL="0" indent="0" algn="ctr">
              <a:buNone/>
            </a:pPr>
            <a:r>
              <a:rPr lang="en-US" sz="1250" b="1" dirty="0">
                <a:solidFill>
                  <a:srgbClr val="B91C1C"/>
                </a:solidFill>
                <a:latin typeface="Aptos" pitchFamily="34" charset="0"/>
                <a:ea typeface="Aptos" pitchFamily="34" charset="-122"/>
                <a:cs typeface="Aptos" pitchFamily="34" charset="-120"/>
              </a:rPr>
              <a:t>process</a:t>
            </a:r>
            <a:endParaRPr lang="en-US" sz="1250" dirty="0"/>
          </a:p>
        </p:txBody>
      </p:sp>
      <p:sp>
        <p:nvSpPr>
          <p:cNvPr id="62" name="Text 20">
            <a:extLst>
              <a:ext uri="{FF2B5EF4-FFF2-40B4-BE49-F238E27FC236}">
                <a16:creationId xmlns:a16="http://schemas.microsoft.com/office/drawing/2014/main" id="{189ABDDD-52F7-72B3-49FA-BC84C55017A5}"/>
              </a:ext>
            </a:extLst>
          </p:cNvPr>
          <p:cNvSpPr/>
          <p:nvPr/>
        </p:nvSpPr>
        <p:spPr>
          <a:xfrm>
            <a:off x="518160" y="4358640"/>
            <a:ext cx="3529584" cy="1609344"/>
          </a:xfrm>
          <a:prstGeom prst="roundRect">
            <a:avLst>
              <a:gd name="adj" fmla="val 4545"/>
            </a:avLst>
          </a:prstGeom>
          <a:solidFill>
            <a:srgbClr val="FFFFFF"/>
          </a:solidFill>
          <a:ln w="15240">
            <a:solidFill>
              <a:srgbClr val="BBF7D0"/>
            </a:solidFill>
          </a:ln>
          <a:effectLst>
            <a:outerShdw blurRad="12700" dist="50800" dir="2700000" algn="bl" rotWithShape="0">
              <a:srgbClr val="000000">
                <a:alpha val="12000"/>
              </a:srgbClr>
            </a:outerShdw>
          </a:effectLst>
        </p:spPr>
        <p:txBody>
          <a:bodyPr wrap="square" lIns="1016" tIns="1016" rIns="1016" bIns="1016" rtlCol="0" anchor="ctr">
            <a:normAutofit/>
          </a:bodyPr>
          <a:lstStyle/>
          <a:p>
            <a:pPr marL="0" indent="0" algn="ctr">
              <a:buNone/>
            </a:pPr>
            <a:endParaRPr lang="en-US" sz="1400" dirty="0"/>
          </a:p>
        </p:txBody>
      </p:sp>
      <p:sp>
        <p:nvSpPr>
          <p:cNvPr id="1024" name="Text 21">
            <a:extLst>
              <a:ext uri="{FF2B5EF4-FFF2-40B4-BE49-F238E27FC236}">
                <a16:creationId xmlns:a16="http://schemas.microsoft.com/office/drawing/2014/main" id="{7F9F0F0C-611B-75C0-1E7A-BC63F1EC4D9D}"/>
              </a:ext>
            </a:extLst>
          </p:cNvPr>
          <p:cNvSpPr/>
          <p:nvPr/>
        </p:nvSpPr>
        <p:spPr>
          <a:xfrm>
            <a:off x="765048" y="4541520"/>
            <a:ext cx="3017520" cy="292608"/>
          </a:xfrm>
          <a:prstGeom prst="rect">
            <a:avLst/>
          </a:prstGeom>
          <a:noFill/>
          <a:ln/>
        </p:spPr>
        <p:txBody>
          <a:bodyPr wrap="square" lIns="0" tIns="0" rIns="0" bIns="0" rtlCol="0" anchor="t">
            <a:normAutofit/>
          </a:bodyPr>
          <a:lstStyle/>
          <a:p>
            <a:pPr marL="0" indent="0" algn="l">
              <a:buNone/>
            </a:pPr>
            <a:r>
              <a:rPr lang="en-US" sz="1800" b="1" dirty="0">
                <a:solidFill>
                  <a:srgbClr val="15803D"/>
                </a:solidFill>
                <a:latin typeface="Aptos" pitchFamily="34" charset="0"/>
                <a:ea typeface="Aptos" pitchFamily="34" charset="-122"/>
                <a:cs typeface="Aptos" pitchFamily="34" charset="-120"/>
              </a:rPr>
              <a:t>What ART does</a:t>
            </a:r>
            <a:endParaRPr lang="en-US" sz="1800" dirty="0"/>
          </a:p>
        </p:txBody>
      </p:sp>
      <p:sp>
        <p:nvSpPr>
          <p:cNvPr id="1027" name="Text 22">
            <a:extLst>
              <a:ext uri="{FF2B5EF4-FFF2-40B4-BE49-F238E27FC236}">
                <a16:creationId xmlns:a16="http://schemas.microsoft.com/office/drawing/2014/main" id="{1EBA89C6-933B-F379-E46A-B74D38696DDF}"/>
              </a:ext>
            </a:extLst>
          </p:cNvPr>
          <p:cNvSpPr/>
          <p:nvPr/>
        </p:nvSpPr>
        <p:spPr>
          <a:xfrm>
            <a:off x="792480" y="4916424"/>
            <a:ext cx="2834640" cy="786384"/>
          </a:xfrm>
          <a:prstGeom prst="rect">
            <a:avLst/>
          </a:prstGeom>
          <a:noFill/>
          <a:ln/>
        </p:spPr>
        <p:txBody>
          <a:bodyPr wrap="square" lIns="0" tIns="0" rIns="0" bIns="0" rtlCol="0" anchor="t">
            <a:normAutofit/>
          </a:bodyPr>
          <a:lstStyle/>
          <a:p>
            <a:pPr marL="0" indent="0" algn="l">
              <a:buNone/>
            </a:pPr>
            <a:r>
              <a:rPr lang="en-US" sz="1260" dirty="0">
                <a:solidFill>
                  <a:srgbClr val="334155"/>
                </a:solidFill>
                <a:latin typeface="Aptos" pitchFamily="34" charset="0"/>
                <a:ea typeface="Aptos" pitchFamily="34" charset="-122"/>
                <a:cs typeface="Aptos" pitchFamily="34" charset="-120"/>
              </a:rPr>
              <a:t>• Runs managed Android code</a:t>
            </a:r>
            <a:endParaRPr lang="en-US" sz="1260" dirty="0"/>
          </a:p>
          <a:p>
            <a:pPr marL="0" indent="0" algn="l">
              <a:buNone/>
            </a:pPr>
            <a:r>
              <a:rPr lang="en-US" sz="1260" dirty="0">
                <a:solidFill>
                  <a:srgbClr val="334155"/>
                </a:solidFill>
                <a:latin typeface="Aptos" pitchFamily="34" charset="0"/>
                <a:ea typeface="Aptos" pitchFamily="34" charset="-122"/>
                <a:cs typeface="Aptos" pitchFamily="34" charset="-120"/>
              </a:rPr>
              <a:t>• Compiles DEX to efficient code</a:t>
            </a:r>
            <a:endParaRPr lang="en-US" sz="1260" dirty="0"/>
          </a:p>
          <a:p>
            <a:pPr marL="0" indent="0" algn="l">
              <a:buNone/>
            </a:pPr>
            <a:r>
              <a:rPr lang="en-US" sz="1260" dirty="0">
                <a:solidFill>
                  <a:srgbClr val="334155"/>
                </a:solidFill>
                <a:latin typeface="Aptos" pitchFamily="34" charset="0"/>
                <a:ea typeface="Aptos" pitchFamily="34" charset="-122"/>
                <a:cs typeface="Aptos" pitchFamily="34" charset="-120"/>
              </a:rPr>
              <a:t>• Manages heap memory and GC</a:t>
            </a:r>
            <a:endParaRPr lang="en-US" sz="1260" dirty="0"/>
          </a:p>
          <a:p>
            <a:pPr marL="0" indent="0" algn="l">
              <a:buNone/>
            </a:pPr>
            <a:r>
              <a:rPr lang="en-US" sz="1260" dirty="0">
                <a:solidFill>
                  <a:srgbClr val="334155"/>
                </a:solidFill>
                <a:latin typeface="Aptos" pitchFamily="34" charset="0"/>
                <a:ea typeface="Aptos" pitchFamily="34" charset="-122"/>
                <a:cs typeface="Aptos" pitchFamily="34" charset="-120"/>
              </a:rPr>
              <a:t>• Supports debugging/profiling</a:t>
            </a:r>
            <a:endParaRPr lang="en-US" sz="1260" dirty="0"/>
          </a:p>
        </p:txBody>
      </p:sp>
      <p:sp>
        <p:nvSpPr>
          <p:cNvPr id="1029" name="Text 23">
            <a:extLst>
              <a:ext uri="{FF2B5EF4-FFF2-40B4-BE49-F238E27FC236}">
                <a16:creationId xmlns:a16="http://schemas.microsoft.com/office/drawing/2014/main" id="{31398467-4849-38A6-A8E0-EB0E41B044EE}"/>
              </a:ext>
            </a:extLst>
          </p:cNvPr>
          <p:cNvSpPr/>
          <p:nvPr/>
        </p:nvSpPr>
        <p:spPr>
          <a:xfrm>
            <a:off x="4349496" y="4358640"/>
            <a:ext cx="3529584" cy="1609344"/>
          </a:xfrm>
          <a:prstGeom prst="roundRect">
            <a:avLst>
              <a:gd name="adj" fmla="val 4545"/>
            </a:avLst>
          </a:prstGeom>
          <a:solidFill>
            <a:srgbClr val="FFFFFF"/>
          </a:solidFill>
          <a:ln w="15240">
            <a:solidFill>
              <a:srgbClr val="FDBA74"/>
            </a:solidFill>
          </a:ln>
          <a:effectLst>
            <a:outerShdw blurRad="12700" dist="50800" dir="2700000" algn="bl" rotWithShape="0">
              <a:srgbClr val="000000">
                <a:alpha val="12000"/>
              </a:srgbClr>
            </a:outerShdw>
          </a:effectLst>
        </p:spPr>
        <p:txBody>
          <a:bodyPr wrap="square" lIns="1016" tIns="1016" rIns="1016" bIns="1016" rtlCol="0" anchor="ctr">
            <a:normAutofit/>
          </a:bodyPr>
          <a:lstStyle/>
          <a:p>
            <a:pPr marL="0" indent="0" algn="ctr">
              <a:buNone/>
            </a:pPr>
            <a:endParaRPr lang="en-US" sz="1400" dirty="0"/>
          </a:p>
        </p:txBody>
      </p:sp>
      <p:sp>
        <p:nvSpPr>
          <p:cNvPr id="1031" name="Text 24">
            <a:extLst>
              <a:ext uri="{FF2B5EF4-FFF2-40B4-BE49-F238E27FC236}">
                <a16:creationId xmlns:a16="http://schemas.microsoft.com/office/drawing/2014/main" id="{69980FD5-5BE3-CC3B-DD33-9588D2354959}"/>
              </a:ext>
            </a:extLst>
          </p:cNvPr>
          <p:cNvSpPr/>
          <p:nvPr/>
        </p:nvSpPr>
        <p:spPr>
          <a:xfrm>
            <a:off x="4596384" y="4541520"/>
            <a:ext cx="3017520" cy="292608"/>
          </a:xfrm>
          <a:prstGeom prst="rect">
            <a:avLst/>
          </a:prstGeom>
          <a:noFill/>
          <a:ln/>
        </p:spPr>
        <p:txBody>
          <a:bodyPr wrap="square" lIns="0" tIns="0" rIns="0" bIns="0" rtlCol="0" anchor="t">
            <a:normAutofit/>
          </a:bodyPr>
          <a:lstStyle/>
          <a:p>
            <a:pPr marL="0" indent="0" algn="l">
              <a:buNone/>
            </a:pPr>
            <a:r>
              <a:rPr lang="en-US" sz="1800" b="1" dirty="0">
                <a:solidFill>
                  <a:srgbClr val="EA580C"/>
                </a:solidFill>
                <a:latin typeface="Aptos" pitchFamily="34" charset="0"/>
                <a:ea typeface="Aptos" pitchFamily="34" charset="-122"/>
                <a:cs typeface="Aptos" pitchFamily="34" charset="-120"/>
              </a:rPr>
              <a:t>Why it matters</a:t>
            </a:r>
            <a:endParaRPr lang="en-US" sz="1800" dirty="0"/>
          </a:p>
        </p:txBody>
      </p:sp>
      <p:sp>
        <p:nvSpPr>
          <p:cNvPr id="1033" name="Text 25">
            <a:extLst>
              <a:ext uri="{FF2B5EF4-FFF2-40B4-BE49-F238E27FC236}">
                <a16:creationId xmlns:a16="http://schemas.microsoft.com/office/drawing/2014/main" id="{4A39541C-886D-2CA2-B1DE-B89155509744}"/>
              </a:ext>
            </a:extLst>
          </p:cNvPr>
          <p:cNvSpPr/>
          <p:nvPr/>
        </p:nvSpPr>
        <p:spPr>
          <a:xfrm>
            <a:off x="4623816" y="4916424"/>
            <a:ext cx="2834640" cy="786384"/>
          </a:xfrm>
          <a:prstGeom prst="rect">
            <a:avLst/>
          </a:prstGeom>
          <a:noFill/>
          <a:ln/>
        </p:spPr>
        <p:txBody>
          <a:bodyPr wrap="square" lIns="0" tIns="0" rIns="0" bIns="0" rtlCol="0" anchor="t">
            <a:normAutofit lnSpcReduction="10000"/>
          </a:bodyPr>
          <a:lstStyle/>
          <a:p>
            <a:pPr marL="0" indent="0" algn="l">
              <a:buNone/>
            </a:pPr>
            <a:r>
              <a:rPr lang="en-US" sz="1300" dirty="0">
                <a:solidFill>
                  <a:srgbClr val="334155"/>
                </a:solidFill>
                <a:latin typeface="Aptos" pitchFamily="34" charset="0"/>
                <a:ea typeface="Aptos" pitchFamily="34" charset="-122"/>
                <a:cs typeface="Aptos" pitchFamily="34" charset="-120"/>
              </a:rPr>
              <a:t>Without ART, Android apps would not have a common execution engine. ART is the bridge between app bytecode and native execution.</a:t>
            </a:r>
            <a:endParaRPr lang="en-US" sz="1300" dirty="0"/>
          </a:p>
        </p:txBody>
      </p:sp>
      <p:sp>
        <p:nvSpPr>
          <p:cNvPr id="1035" name="Text 26">
            <a:extLst>
              <a:ext uri="{FF2B5EF4-FFF2-40B4-BE49-F238E27FC236}">
                <a16:creationId xmlns:a16="http://schemas.microsoft.com/office/drawing/2014/main" id="{58191020-2E64-4D6A-5BAF-E33F1DC32E4C}"/>
              </a:ext>
            </a:extLst>
          </p:cNvPr>
          <p:cNvSpPr/>
          <p:nvPr/>
        </p:nvSpPr>
        <p:spPr>
          <a:xfrm>
            <a:off x="8180832" y="4358640"/>
            <a:ext cx="3529584" cy="1609344"/>
          </a:xfrm>
          <a:prstGeom prst="roundRect">
            <a:avLst>
              <a:gd name="adj" fmla="val 4545"/>
            </a:avLst>
          </a:prstGeom>
          <a:solidFill>
            <a:srgbClr val="FFFFFF"/>
          </a:solidFill>
          <a:ln w="15240">
            <a:solidFill>
              <a:srgbClr val="FCA5A5"/>
            </a:solidFill>
          </a:ln>
          <a:effectLst>
            <a:outerShdw blurRad="12700" dist="50800" dir="2700000" algn="bl" rotWithShape="0">
              <a:srgbClr val="000000">
                <a:alpha val="12000"/>
              </a:srgbClr>
            </a:outerShdw>
          </a:effectLst>
        </p:spPr>
        <p:txBody>
          <a:bodyPr wrap="square" lIns="1016" tIns="1016" rIns="1016" bIns="1016" rtlCol="0" anchor="ctr">
            <a:normAutofit/>
          </a:bodyPr>
          <a:lstStyle/>
          <a:p>
            <a:pPr marL="0" indent="0" algn="ctr">
              <a:buNone/>
            </a:pPr>
            <a:endParaRPr lang="en-US" sz="1400" dirty="0"/>
          </a:p>
        </p:txBody>
      </p:sp>
      <p:sp>
        <p:nvSpPr>
          <p:cNvPr id="1037" name="Text 27">
            <a:extLst>
              <a:ext uri="{FF2B5EF4-FFF2-40B4-BE49-F238E27FC236}">
                <a16:creationId xmlns:a16="http://schemas.microsoft.com/office/drawing/2014/main" id="{866B20CB-4A56-9D0D-8C8B-616F29D37080}"/>
              </a:ext>
            </a:extLst>
          </p:cNvPr>
          <p:cNvSpPr/>
          <p:nvPr/>
        </p:nvSpPr>
        <p:spPr>
          <a:xfrm>
            <a:off x="8427720" y="4541520"/>
            <a:ext cx="3017520" cy="292608"/>
          </a:xfrm>
          <a:prstGeom prst="rect">
            <a:avLst/>
          </a:prstGeom>
          <a:noFill/>
          <a:ln/>
        </p:spPr>
        <p:txBody>
          <a:bodyPr wrap="square" lIns="0" tIns="0" rIns="0" bIns="0" rtlCol="0" anchor="t">
            <a:normAutofit/>
          </a:bodyPr>
          <a:lstStyle/>
          <a:p>
            <a:pPr marL="0" indent="0" algn="l">
              <a:buNone/>
            </a:pPr>
            <a:r>
              <a:rPr lang="en-US" sz="1800" b="1" dirty="0">
                <a:solidFill>
                  <a:srgbClr val="B91C1C"/>
                </a:solidFill>
                <a:latin typeface="Aptos" pitchFamily="34" charset="0"/>
                <a:ea typeface="Aptos" pitchFamily="34" charset="-122"/>
                <a:cs typeface="Aptos" pitchFamily="34" charset="-120"/>
              </a:rPr>
              <a:t>Forensic lens</a:t>
            </a:r>
            <a:endParaRPr lang="en-US" sz="1800" dirty="0"/>
          </a:p>
        </p:txBody>
      </p:sp>
      <p:sp>
        <p:nvSpPr>
          <p:cNvPr id="1039" name="Text 28">
            <a:extLst>
              <a:ext uri="{FF2B5EF4-FFF2-40B4-BE49-F238E27FC236}">
                <a16:creationId xmlns:a16="http://schemas.microsoft.com/office/drawing/2014/main" id="{E49B5B63-BBFD-35BA-5728-68C61B1A41D7}"/>
              </a:ext>
            </a:extLst>
          </p:cNvPr>
          <p:cNvSpPr/>
          <p:nvPr/>
        </p:nvSpPr>
        <p:spPr>
          <a:xfrm>
            <a:off x="8455152" y="4916424"/>
            <a:ext cx="2834640" cy="822960"/>
          </a:xfrm>
          <a:prstGeom prst="rect">
            <a:avLst/>
          </a:prstGeom>
          <a:noFill/>
          <a:ln/>
        </p:spPr>
        <p:txBody>
          <a:bodyPr wrap="square" lIns="0" tIns="0" rIns="0" bIns="0" rtlCol="0" anchor="t">
            <a:normAutofit/>
          </a:bodyPr>
          <a:lstStyle/>
          <a:p>
            <a:pPr marL="0" indent="0" algn="l">
              <a:buNone/>
            </a:pPr>
            <a:r>
              <a:rPr lang="en-US" sz="1230" dirty="0">
                <a:solidFill>
                  <a:srgbClr val="334155"/>
                </a:solidFill>
                <a:latin typeface="Aptos" pitchFamily="34" charset="0"/>
                <a:ea typeface="Aptos" pitchFamily="34" charset="-122"/>
                <a:cs typeface="Aptos" pitchFamily="34" charset="-120"/>
              </a:rPr>
              <a:t>ART is usually not the main storage layer, but it can expose runtime and compiled artifacts: .dex, .oat, .vdex, heap, stack, traces.</a:t>
            </a:r>
            <a:endParaRPr lang="en-US" sz="1230" dirty="0"/>
          </a:p>
        </p:txBody>
      </p:sp>
      <p:sp>
        <p:nvSpPr>
          <p:cNvPr id="1041" name="Text 29">
            <a:extLst>
              <a:ext uri="{FF2B5EF4-FFF2-40B4-BE49-F238E27FC236}">
                <a16:creationId xmlns:a16="http://schemas.microsoft.com/office/drawing/2014/main" id="{4A456707-F347-4743-1210-4316402EAAD1}"/>
              </a:ext>
            </a:extLst>
          </p:cNvPr>
          <p:cNvSpPr/>
          <p:nvPr/>
        </p:nvSpPr>
        <p:spPr>
          <a:xfrm>
            <a:off x="518160" y="6278880"/>
            <a:ext cx="11201400" cy="347472"/>
          </a:xfrm>
          <a:prstGeom prst="roundRect">
            <a:avLst>
              <a:gd name="adj" fmla="val 21053"/>
            </a:avLst>
          </a:prstGeom>
          <a:solidFill>
            <a:srgbClr val="F1F5F9"/>
          </a:solidFill>
          <a:ln w="15240">
            <a:solidFill>
              <a:srgbClr val="CBD5E1"/>
            </a:solidFill>
          </a:ln>
        </p:spPr>
        <p:txBody>
          <a:bodyPr wrap="square" lIns="1016" tIns="1016" rIns="1016" bIns="1016" rtlCol="0" anchor="ctr">
            <a:normAutofit/>
          </a:bodyPr>
          <a:lstStyle/>
          <a:p>
            <a:pPr marL="0" indent="0" algn="ctr">
              <a:buNone/>
            </a:pPr>
            <a:r>
              <a:rPr lang="en-US" sz="1300" dirty="0">
                <a:solidFill>
                  <a:srgbClr val="0F172A"/>
                </a:solidFill>
                <a:latin typeface="Aptos" pitchFamily="34" charset="0"/>
                <a:ea typeface="Aptos" pitchFamily="34" charset="-122"/>
                <a:cs typeface="Aptos" pitchFamily="34" charset="-120"/>
              </a:rPr>
              <a:t>Key idea: ART sits in the Android Runtime layer, below apps/framework APIs and above native libraries/kernel execution.</a:t>
            </a:r>
            <a:endParaRPr lang="en-US" sz="1300" dirty="0"/>
          </a:p>
        </p:txBody>
      </p:sp>
    </p:spTree>
    <p:extLst>
      <p:ext uri="{BB962C8B-B14F-4D97-AF65-F5344CB8AC3E}">
        <p14:creationId xmlns:p14="http://schemas.microsoft.com/office/powerpoint/2010/main" val="4015681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506E91-B668-4CA6-8751-93E5B28A5A9D}"/>
              </a:ext>
            </a:extLst>
          </p:cNvPr>
          <p:cNvSpPr>
            <a:spLocks noGrp="1"/>
          </p:cNvSpPr>
          <p:nvPr>
            <p:ph type="title"/>
          </p:nvPr>
        </p:nvSpPr>
        <p:spPr/>
        <p:txBody>
          <a:bodyPr/>
          <a:lstStyle/>
          <a:p>
            <a:r>
              <a:rPr lang="en-US" dirty="0"/>
              <a:t>Android Booting Process </a:t>
            </a:r>
          </a:p>
        </p:txBody>
      </p:sp>
      <p:sp>
        <p:nvSpPr>
          <p:cNvPr id="4" name="Text Placeholder 3">
            <a:extLst>
              <a:ext uri="{FF2B5EF4-FFF2-40B4-BE49-F238E27FC236}">
                <a16:creationId xmlns:a16="http://schemas.microsoft.com/office/drawing/2014/main" id="{2C065094-00D3-4E3F-8F8F-4A5158DC436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73513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2AE05-2527-BEEF-628E-C2CC6433DCCE}"/>
              </a:ext>
            </a:extLst>
          </p:cNvPr>
          <p:cNvSpPr>
            <a:spLocks noGrp="1"/>
          </p:cNvSpPr>
          <p:nvPr>
            <p:ph type="title"/>
          </p:nvPr>
        </p:nvSpPr>
        <p:spPr/>
        <p:txBody>
          <a:bodyPr/>
          <a:lstStyle/>
          <a:p>
            <a:r>
              <a:rPr lang="en-GB" dirty="0"/>
              <a:t>Android booting process needs multiple stages</a:t>
            </a:r>
            <a:endParaRPr lang="en-US" dirty="0"/>
          </a:p>
        </p:txBody>
      </p:sp>
      <p:sp>
        <p:nvSpPr>
          <p:cNvPr id="3" name="Content Placeholder 2">
            <a:extLst>
              <a:ext uri="{FF2B5EF4-FFF2-40B4-BE49-F238E27FC236}">
                <a16:creationId xmlns:a16="http://schemas.microsoft.com/office/drawing/2014/main" id="{1AA8331D-0C26-D83C-3801-B2D6ECC93FEE}"/>
              </a:ext>
            </a:extLst>
          </p:cNvPr>
          <p:cNvSpPr>
            <a:spLocks noGrp="1"/>
          </p:cNvSpPr>
          <p:nvPr>
            <p:ph idx="1"/>
          </p:nvPr>
        </p:nvSpPr>
        <p:spPr>
          <a:xfrm>
            <a:off x="838200" y="1825625"/>
            <a:ext cx="8290169" cy="4351338"/>
          </a:xfrm>
        </p:spPr>
        <p:txBody>
          <a:bodyPr>
            <a:normAutofit/>
          </a:bodyPr>
          <a:lstStyle/>
          <a:p>
            <a:r>
              <a:rPr lang="en-GB" dirty="0"/>
              <a:t>Start when users press the power button</a:t>
            </a:r>
          </a:p>
          <a:p>
            <a:pPr lvl="1"/>
            <a:r>
              <a:rPr lang="en-GB" dirty="0"/>
              <a:t>To a fully functional user interface</a:t>
            </a:r>
          </a:p>
          <a:p>
            <a:r>
              <a:rPr lang="en-GB" dirty="0"/>
              <a:t>Perform a series of checks and configurations to properly launch the OS on the diverse hardware of different Android devices</a:t>
            </a:r>
          </a:p>
          <a:p>
            <a:pPr lvl="1"/>
            <a:r>
              <a:rPr lang="en-GB" dirty="0"/>
              <a:t>Initialize various hardware components </a:t>
            </a:r>
          </a:p>
          <a:p>
            <a:pPr lvl="1"/>
            <a:r>
              <a:rPr lang="en-GB" dirty="0"/>
              <a:t>Load the necessary software components like the kernel </a:t>
            </a:r>
          </a:p>
          <a:p>
            <a:pPr lvl="1"/>
            <a:r>
              <a:rPr lang="en-US" dirty="0"/>
              <a:t>P</a:t>
            </a:r>
            <a:r>
              <a:rPr lang="en-GB" dirty="0" err="1"/>
              <a:t>repare</a:t>
            </a:r>
            <a:r>
              <a:rPr lang="en-GB" dirty="0"/>
              <a:t> the system environment by setting up services and processes </a:t>
            </a:r>
          </a:p>
          <a:p>
            <a:pPr lvl="1"/>
            <a:r>
              <a:rPr lang="en-GB" dirty="0"/>
              <a:t>Use the "Snowball Effect" Strategy</a:t>
            </a:r>
          </a:p>
        </p:txBody>
      </p:sp>
      <p:pic>
        <p:nvPicPr>
          <p:cNvPr id="4" name="Picture 2">
            <a:extLst>
              <a:ext uri="{FF2B5EF4-FFF2-40B4-BE49-F238E27FC236}">
                <a16:creationId xmlns:a16="http://schemas.microsoft.com/office/drawing/2014/main" id="{EB325796-39A2-1B03-7A85-8C454D804F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6272" y="1825625"/>
            <a:ext cx="2095500"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8128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AutoShape 4" descr="Generated image">
            <a:extLst>
              <a:ext uri="{FF2B5EF4-FFF2-40B4-BE49-F238E27FC236}">
                <a16:creationId xmlns:a16="http://schemas.microsoft.com/office/drawing/2014/main" id="{48969CE8-890A-34AA-E3BC-5CC6493567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AutoShape 10" descr="Generated image">
            <a:extLst>
              <a:ext uri="{FF2B5EF4-FFF2-40B4-BE49-F238E27FC236}">
                <a16:creationId xmlns:a16="http://schemas.microsoft.com/office/drawing/2014/main" id="{0CE6A3D9-74E6-CAF9-5D71-C7FB0DBE65A4}"/>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itle 9">
            <a:extLst>
              <a:ext uri="{FF2B5EF4-FFF2-40B4-BE49-F238E27FC236}">
                <a16:creationId xmlns:a16="http://schemas.microsoft.com/office/drawing/2014/main" id="{0363E567-07F2-56BB-D46F-2CFBAD2F1B4F}"/>
              </a:ext>
            </a:extLst>
          </p:cNvPr>
          <p:cNvSpPr>
            <a:spLocks noGrp="1"/>
          </p:cNvSpPr>
          <p:nvPr>
            <p:ph type="title"/>
          </p:nvPr>
        </p:nvSpPr>
        <p:spPr/>
        <p:txBody>
          <a:bodyPr/>
          <a:lstStyle/>
          <a:p>
            <a:r>
              <a:rPr lang="en-US" dirty="0"/>
              <a:t>The "Snowball Effect" Strategy</a:t>
            </a:r>
          </a:p>
        </p:txBody>
      </p:sp>
      <p:sp>
        <p:nvSpPr>
          <p:cNvPr id="11" name="Content Placeholder 10">
            <a:extLst>
              <a:ext uri="{FF2B5EF4-FFF2-40B4-BE49-F238E27FC236}">
                <a16:creationId xmlns:a16="http://schemas.microsoft.com/office/drawing/2014/main" id="{018E6795-E192-243E-3B46-4C8C76C6FDDC}"/>
              </a:ext>
            </a:extLst>
          </p:cNvPr>
          <p:cNvSpPr>
            <a:spLocks noGrp="1"/>
          </p:cNvSpPr>
          <p:nvPr>
            <p:ph idx="1"/>
          </p:nvPr>
        </p:nvSpPr>
        <p:spPr/>
        <p:txBody>
          <a:bodyPr>
            <a:normAutofit/>
          </a:bodyPr>
          <a:lstStyle/>
          <a:p>
            <a:pPr>
              <a:buNone/>
            </a:pPr>
            <a:r>
              <a:rPr lang="en-GB" dirty="0"/>
              <a:t>Each stage is designed to be just "smart" enough to find and start the next, more complex stage. This happens for two main reasons:</a:t>
            </a:r>
          </a:p>
          <a:p>
            <a:pPr>
              <a:buFont typeface="+mj-lt"/>
              <a:buAutoNum type="arabicPeriod"/>
            </a:pPr>
            <a:r>
              <a:rPr lang="en-GB" b="1" dirty="0"/>
              <a:t>Hardware Constraints:</a:t>
            </a:r>
            <a:r>
              <a:rPr lang="en-GB" dirty="0"/>
              <a:t> When you first press the power button, the phone’s brain (CPU) is "blank." It doesn't know what a screen or a battery is yet. It only knows how to execute one tiny piece of code stored in a permanent spot (the </a:t>
            </a:r>
            <a:r>
              <a:rPr lang="en-GB" b="1" dirty="0"/>
              <a:t>Boot ROM</a:t>
            </a:r>
            <a:r>
              <a:rPr lang="en-GB" dirty="0"/>
              <a:t>).</a:t>
            </a:r>
          </a:p>
          <a:p>
            <a:pPr>
              <a:buFont typeface="+mj-lt"/>
              <a:buAutoNum type="arabicPeriod"/>
            </a:pPr>
            <a:r>
              <a:rPr lang="en-GB" b="1" dirty="0"/>
              <a:t>Efficiency:</a:t>
            </a:r>
            <a:r>
              <a:rPr lang="en-GB" dirty="0"/>
              <a:t> Small code is fast and reliable. By starting small, the system ensures the foundation is solid before loading the heavy, "hungry" parts of the software like the camera drivers or your wallpaper.</a:t>
            </a:r>
          </a:p>
          <a:p>
            <a:endParaRPr lang="en-US" dirty="0"/>
          </a:p>
        </p:txBody>
      </p:sp>
    </p:spTree>
    <p:extLst>
      <p:ext uri="{BB962C8B-B14F-4D97-AF65-F5344CB8AC3E}">
        <p14:creationId xmlns:p14="http://schemas.microsoft.com/office/powerpoint/2010/main" val="13114375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81E704-609E-8504-86AD-58602FE4734B}"/>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13293081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22D123-496D-42EB-9A6B-91D499E601E7}"/>
              </a:ext>
            </a:extLst>
          </p:cNvPr>
          <p:cNvPicPr>
            <a:picLocks noChangeAspect="1"/>
          </p:cNvPicPr>
          <p:nvPr/>
        </p:nvPicPr>
        <p:blipFill rotWithShape="1">
          <a:blip r:embed="rId3"/>
          <a:srcRect l="12068" r="7379"/>
          <a:stretch/>
        </p:blipFill>
        <p:spPr>
          <a:xfrm>
            <a:off x="6311744" y="962526"/>
            <a:ext cx="5451703" cy="4766762"/>
          </a:xfrm>
          <a:prstGeom prst="rect">
            <a:avLst/>
          </a:prstGeom>
        </p:spPr>
      </p:pic>
      <p:sp>
        <p:nvSpPr>
          <p:cNvPr id="2" name="Title 1">
            <a:extLst>
              <a:ext uri="{FF2B5EF4-FFF2-40B4-BE49-F238E27FC236}">
                <a16:creationId xmlns:a16="http://schemas.microsoft.com/office/drawing/2014/main" id="{CBEE1C5B-C062-438C-A521-260C194F415F}"/>
              </a:ext>
            </a:extLst>
          </p:cNvPr>
          <p:cNvSpPr>
            <a:spLocks noGrp="1"/>
          </p:cNvSpPr>
          <p:nvPr>
            <p:ph type="title"/>
          </p:nvPr>
        </p:nvSpPr>
        <p:spPr/>
        <p:txBody>
          <a:bodyPr/>
          <a:lstStyle/>
          <a:p>
            <a:r>
              <a:rPr lang="en-US" dirty="0"/>
              <a:t>1. Boot</a:t>
            </a:r>
            <a:r>
              <a:rPr lang="en-GB" dirty="0"/>
              <a:t> </a:t>
            </a:r>
            <a:r>
              <a:rPr lang="en-US" dirty="0"/>
              <a:t>ROM (Read-only Memory) </a:t>
            </a:r>
          </a:p>
        </p:txBody>
      </p:sp>
      <p:sp>
        <p:nvSpPr>
          <p:cNvPr id="4" name="Content Placeholder 3">
            <a:extLst>
              <a:ext uri="{FF2B5EF4-FFF2-40B4-BE49-F238E27FC236}">
                <a16:creationId xmlns:a16="http://schemas.microsoft.com/office/drawing/2014/main" id="{801A7380-951B-4617-9F33-2B2F70105770}"/>
              </a:ext>
            </a:extLst>
          </p:cNvPr>
          <p:cNvSpPr>
            <a:spLocks noGrp="1"/>
          </p:cNvSpPr>
          <p:nvPr>
            <p:ph idx="1"/>
          </p:nvPr>
        </p:nvSpPr>
        <p:spPr>
          <a:xfrm>
            <a:off x="838201" y="1825624"/>
            <a:ext cx="5257800" cy="4468495"/>
          </a:xfrm>
        </p:spPr>
        <p:txBody>
          <a:bodyPr>
            <a:normAutofit/>
          </a:bodyPr>
          <a:lstStyle/>
          <a:p>
            <a:r>
              <a:rPr lang="en-GB" dirty="0"/>
              <a:t>Power On and Boot ROM code starts executing</a:t>
            </a:r>
          </a:p>
          <a:p>
            <a:pPr lvl="1"/>
            <a:r>
              <a:rPr lang="en-US" dirty="0">
                <a:solidFill>
                  <a:srgbClr val="FF0000"/>
                </a:solidFill>
              </a:rPr>
              <a:t>A</a:t>
            </a:r>
            <a:r>
              <a:rPr lang="en-US" dirty="0"/>
              <a:t>: ROM Code </a:t>
            </a:r>
            <a:r>
              <a:rPr lang="en-US" dirty="0">
                <a:solidFill>
                  <a:srgbClr val="C00000"/>
                </a:solidFill>
              </a:rPr>
              <a:t>detects</a:t>
            </a:r>
            <a:r>
              <a:rPr lang="en-US" dirty="0"/>
              <a:t> the boot media </a:t>
            </a:r>
            <a:r>
              <a:rPr lang="en-GB" dirty="0"/>
              <a:t>to determine where to find the boot loader.</a:t>
            </a:r>
          </a:p>
          <a:p>
            <a:pPr lvl="1"/>
            <a:r>
              <a:rPr lang="en-US" dirty="0">
                <a:solidFill>
                  <a:srgbClr val="FF0000"/>
                </a:solidFill>
              </a:rPr>
              <a:t>B</a:t>
            </a:r>
            <a:r>
              <a:rPr lang="en-US" dirty="0"/>
              <a:t>: ROM Code </a:t>
            </a:r>
            <a:r>
              <a:rPr lang="en-GB" dirty="0">
                <a:solidFill>
                  <a:srgbClr val="C00000"/>
                </a:solidFill>
              </a:rPr>
              <a:t>loads</a:t>
            </a:r>
            <a:r>
              <a:rPr lang="en-GB" sz="2500" dirty="0"/>
              <a:t> the </a:t>
            </a:r>
            <a:r>
              <a:rPr lang="en-US" sz="2500" dirty="0"/>
              <a:t>first stage </a:t>
            </a:r>
            <a:r>
              <a:rPr lang="en-GB" sz="2500" dirty="0"/>
              <a:t>Bootloader into RAM,  and the Bootloader starts executing in RAM.</a:t>
            </a:r>
          </a:p>
        </p:txBody>
      </p:sp>
      <p:cxnSp>
        <p:nvCxnSpPr>
          <p:cNvPr id="6" name="Straight Arrow Connector 5">
            <a:extLst>
              <a:ext uri="{FF2B5EF4-FFF2-40B4-BE49-F238E27FC236}">
                <a16:creationId xmlns:a16="http://schemas.microsoft.com/office/drawing/2014/main" id="{769F73A2-93C3-403C-8E8C-CEF211EFF63B}"/>
              </a:ext>
            </a:extLst>
          </p:cNvPr>
          <p:cNvCxnSpPr/>
          <p:nvPr/>
        </p:nvCxnSpPr>
        <p:spPr>
          <a:xfrm>
            <a:off x="5500914" y="2873829"/>
            <a:ext cx="907143" cy="28302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0057144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E1C5B-C062-438C-A521-260C194F415F}"/>
              </a:ext>
            </a:extLst>
          </p:cNvPr>
          <p:cNvSpPr>
            <a:spLocks noGrp="1"/>
          </p:cNvSpPr>
          <p:nvPr>
            <p:ph type="title"/>
          </p:nvPr>
        </p:nvSpPr>
        <p:spPr/>
        <p:txBody>
          <a:bodyPr/>
          <a:lstStyle/>
          <a:p>
            <a:r>
              <a:rPr lang="en-US" dirty="0"/>
              <a:t>2. Bootloader</a:t>
            </a:r>
          </a:p>
        </p:txBody>
      </p:sp>
      <p:sp>
        <p:nvSpPr>
          <p:cNvPr id="4" name="Content Placeholder 3">
            <a:extLst>
              <a:ext uri="{FF2B5EF4-FFF2-40B4-BE49-F238E27FC236}">
                <a16:creationId xmlns:a16="http://schemas.microsoft.com/office/drawing/2014/main" id="{801A7380-951B-4617-9F33-2B2F70105770}"/>
              </a:ext>
            </a:extLst>
          </p:cNvPr>
          <p:cNvSpPr>
            <a:spLocks noGrp="1"/>
          </p:cNvSpPr>
          <p:nvPr>
            <p:ph idx="1"/>
          </p:nvPr>
        </p:nvSpPr>
        <p:spPr>
          <a:xfrm>
            <a:off x="838200" y="1825624"/>
            <a:ext cx="5954486" cy="4468495"/>
          </a:xfrm>
        </p:spPr>
        <p:txBody>
          <a:bodyPr>
            <a:normAutofit/>
          </a:bodyPr>
          <a:lstStyle/>
          <a:p>
            <a:r>
              <a:rPr lang="en-GB" dirty="0"/>
              <a:t>A special program to set up initial memory and load the kernel to RAM. </a:t>
            </a:r>
            <a:endParaRPr lang="en-US" dirty="0"/>
          </a:p>
          <a:p>
            <a:pPr lvl="1"/>
            <a:r>
              <a:rPr lang="en-GB" dirty="0"/>
              <a:t>Kernel and </a:t>
            </a:r>
            <a:r>
              <a:rPr lang="en-GB" dirty="0" err="1"/>
              <a:t>Ramdisk</a:t>
            </a:r>
            <a:r>
              <a:rPr lang="en-GB" dirty="0"/>
              <a:t> (a temporary filesystem to assist in loading the real root filesystem) are flashed to </a:t>
            </a:r>
            <a:r>
              <a:rPr lang="en-GB" i="1" dirty="0">
                <a:solidFill>
                  <a:srgbClr val="FF0000"/>
                </a:solidFill>
              </a:rPr>
              <a:t>/boot </a:t>
            </a:r>
            <a:r>
              <a:rPr lang="en-GB" dirty="0"/>
              <a:t>partition</a:t>
            </a:r>
            <a:endParaRPr lang="en-US" dirty="0"/>
          </a:p>
          <a:p>
            <a:pPr lvl="1"/>
            <a:r>
              <a:rPr lang="en-GB" dirty="0">
                <a:highlight>
                  <a:srgbClr val="FFFF00"/>
                </a:highlight>
              </a:rPr>
              <a:t>locked</a:t>
            </a:r>
            <a:r>
              <a:rPr lang="en-GB" dirty="0"/>
              <a:t> by manufacturers</a:t>
            </a:r>
          </a:p>
          <a:p>
            <a:r>
              <a:rPr lang="en-GB" dirty="0"/>
              <a:t>Must unlock bootloader to root Android devices</a:t>
            </a:r>
          </a:p>
          <a:p>
            <a:pPr lvl="1"/>
            <a:r>
              <a:rPr lang="en-GB" dirty="0"/>
              <a:t>get system permission to acquire data for forensic investigations</a:t>
            </a:r>
          </a:p>
        </p:txBody>
      </p:sp>
      <p:sp>
        <p:nvSpPr>
          <p:cNvPr id="5" name="AutoShape 2">
            <a:extLst>
              <a:ext uri="{FF2B5EF4-FFF2-40B4-BE49-F238E27FC236}">
                <a16:creationId xmlns:a16="http://schemas.microsoft.com/office/drawing/2014/main" id="{D38FFF3B-9F32-4459-BBBB-016ACA3C1C4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A5C05038-CDE9-469E-A558-0F12E19A9A54}"/>
              </a:ext>
            </a:extLst>
          </p:cNvPr>
          <p:cNvPicPr>
            <a:picLocks noChangeAspect="1"/>
          </p:cNvPicPr>
          <p:nvPr/>
        </p:nvPicPr>
        <p:blipFill rotWithShape="1">
          <a:blip r:embed="rId3"/>
          <a:srcRect l="11392" r="7791"/>
          <a:stretch/>
        </p:blipFill>
        <p:spPr>
          <a:xfrm>
            <a:off x="7086142" y="1825624"/>
            <a:ext cx="4634144" cy="4038600"/>
          </a:xfrm>
          <a:prstGeom prst="rect">
            <a:avLst/>
          </a:prstGeom>
        </p:spPr>
      </p:pic>
    </p:spTree>
    <p:extLst>
      <p:ext uri="{BB962C8B-B14F-4D97-AF65-F5344CB8AC3E}">
        <p14:creationId xmlns:p14="http://schemas.microsoft.com/office/powerpoint/2010/main" val="14749586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BA6565-A1B4-49B3-BE2B-068F91720F96}"/>
              </a:ext>
            </a:extLst>
          </p:cNvPr>
          <p:cNvSpPr txBox="1"/>
          <p:nvPr/>
        </p:nvSpPr>
        <p:spPr>
          <a:xfrm>
            <a:off x="673363" y="797510"/>
            <a:ext cx="5961146" cy="4708981"/>
          </a:xfrm>
          <a:prstGeom prst="rect">
            <a:avLst/>
          </a:prstGeom>
          <a:noFill/>
        </p:spPr>
        <p:txBody>
          <a:bodyPr wrap="square">
            <a:spAutoFit/>
          </a:bodyPr>
          <a:lstStyle/>
          <a:p>
            <a:r>
              <a:rPr lang="en-GB" sz="2000" dirty="0">
                <a:solidFill>
                  <a:srgbClr val="C00000"/>
                </a:solidFill>
              </a:rPr>
              <a:t>A. </a:t>
            </a:r>
            <a:r>
              <a:rPr lang="en-GB" sz="2000" dirty="0"/>
              <a:t>The first boot loader stage will detect and set up external RAM (Initialize minimal hardware, e.g., CPU, clocks).</a:t>
            </a:r>
          </a:p>
          <a:p>
            <a:r>
              <a:rPr lang="en-GB" sz="2000" dirty="0">
                <a:solidFill>
                  <a:srgbClr val="C00000"/>
                </a:solidFill>
              </a:rPr>
              <a:t>B</a:t>
            </a:r>
            <a:r>
              <a:rPr lang="en-GB" sz="2000" dirty="0"/>
              <a:t>. Once external RAM is available and the system is ready to run something more significant, the first stage will load the main bootloader and place it in external RAM.</a:t>
            </a:r>
          </a:p>
          <a:p>
            <a:r>
              <a:rPr lang="en-GB" sz="2000" dirty="0">
                <a:solidFill>
                  <a:srgbClr val="C00000"/>
                </a:solidFill>
              </a:rPr>
              <a:t>C</a:t>
            </a:r>
            <a:r>
              <a:rPr lang="en-GB" sz="2000" dirty="0"/>
              <a:t>. The second stage of the bootloader is the first major program that will run. </a:t>
            </a:r>
          </a:p>
          <a:p>
            <a:pPr marL="342900" indent="-342900">
              <a:buFont typeface="Arial" panose="020B0604020202020204" pitchFamily="34" charset="0"/>
              <a:buChar char="•"/>
            </a:pPr>
            <a:r>
              <a:rPr lang="en-GB" sz="2000" dirty="0"/>
              <a:t>This may contain code to set up file systems, additional memory, network support, and other things. </a:t>
            </a:r>
          </a:p>
          <a:p>
            <a:pPr marL="342900" indent="-342900">
              <a:buFont typeface="Arial" panose="020B0604020202020204" pitchFamily="34" charset="0"/>
              <a:buChar char="•"/>
            </a:pPr>
            <a:r>
              <a:rPr lang="en-GB" sz="2000" dirty="0"/>
              <a:t>On a mobile phone, it may also be responsible for loading code for the modem CPU and setting up low-level memory protections and security options.</a:t>
            </a:r>
          </a:p>
        </p:txBody>
      </p:sp>
      <p:pic>
        <p:nvPicPr>
          <p:cNvPr id="6" name="Picture 5">
            <a:extLst>
              <a:ext uri="{FF2B5EF4-FFF2-40B4-BE49-F238E27FC236}">
                <a16:creationId xmlns:a16="http://schemas.microsoft.com/office/drawing/2014/main" id="{8934BDF7-B0FB-4D70-93B4-F0035CD58B17}"/>
              </a:ext>
            </a:extLst>
          </p:cNvPr>
          <p:cNvPicPr>
            <a:picLocks noChangeAspect="1"/>
          </p:cNvPicPr>
          <p:nvPr/>
        </p:nvPicPr>
        <p:blipFill rotWithShape="1">
          <a:blip r:embed="rId2"/>
          <a:srcRect l="11392" r="7791"/>
          <a:stretch/>
        </p:blipFill>
        <p:spPr>
          <a:xfrm>
            <a:off x="6634509" y="1480721"/>
            <a:ext cx="4634144" cy="4038600"/>
          </a:xfrm>
          <a:prstGeom prst="rect">
            <a:avLst/>
          </a:prstGeom>
        </p:spPr>
      </p:pic>
    </p:spTree>
    <p:extLst>
      <p:ext uri="{BB962C8B-B14F-4D97-AF65-F5344CB8AC3E}">
        <p14:creationId xmlns:p14="http://schemas.microsoft.com/office/powerpoint/2010/main" val="9537072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BA6565-A1B4-49B3-BE2B-068F91720F96}"/>
              </a:ext>
            </a:extLst>
          </p:cNvPr>
          <p:cNvSpPr txBox="1"/>
          <p:nvPr/>
        </p:nvSpPr>
        <p:spPr>
          <a:xfrm>
            <a:off x="602341" y="1166842"/>
            <a:ext cx="6052459" cy="4893647"/>
          </a:xfrm>
          <a:prstGeom prst="rect">
            <a:avLst/>
          </a:prstGeom>
          <a:noFill/>
        </p:spPr>
        <p:txBody>
          <a:bodyPr wrap="square">
            <a:spAutoFit/>
          </a:bodyPr>
          <a:lstStyle/>
          <a:p>
            <a:r>
              <a:rPr lang="en-GB" sz="2400" dirty="0">
                <a:solidFill>
                  <a:srgbClr val="C00000"/>
                </a:solidFill>
              </a:rPr>
              <a:t>D</a:t>
            </a:r>
            <a:r>
              <a:rPr lang="en-GB" sz="2400" dirty="0"/>
              <a:t>. Once the bootloader is done with any special tasks it will look for a Linux kernel to boot. </a:t>
            </a:r>
          </a:p>
          <a:p>
            <a:pPr marL="342900" indent="-342900">
              <a:buFont typeface="Arial" panose="020B0604020202020204" pitchFamily="34" charset="0"/>
              <a:buChar char="•"/>
            </a:pPr>
            <a:r>
              <a:rPr lang="en-GB" sz="2400" dirty="0"/>
              <a:t>It will load this from the boot media (or some other source depending on system configuration) and place it in the RAM. </a:t>
            </a:r>
          </a:p>
          <a:p>
            <a:pPr marL="342900" indent="-342900">
              <a:buFont typeface="Arial" panose="020B0604020202020204" pitchFamily="34" charset="0"/>
              <a:buChar char="•"/>
            </a:pPr>
            <a:r>
              <a:rPr lang="en-GB" sz="2400" dirty="0"/>
              <a:t>It will also place some boot parameters in memory for the kernel to read when it starts up.</a:t>
            </a:r>
          </a:p>
          <a:p>
            <a:r>
              <a:rPr lang="en-GB" sz="2400" dirty="0">
                <a:solidFill>
                  <a:srgbClr val="C00000"/>
                </a:solidFill>
              </a:rPr>
              <a:t>E</a:t>
            </a:r>
            <a:r>
              <a:rPr lang="en-GB" sz="2400" dirty="0"/>
              <a:t>. Once the boot loader is done it will perform a jump to the Linux kernel</a:t>
            </a:r>
          </a:p>
          <a:p>
            <a:pPr marL="342900" indent="-342900">
              <a:buFont typeface="Arial" panose="020B0604020202020204" pitchFamily="34" charset="0"/>
              <a:buChar char="•"/>
            </a:pPr>
            <a:r>
              <a:rPr lang="en-GB" sz="2400" dirty="0"/>
              <a:t>usually some decompression routine, and the kernel assumes system responsibility.</a:t>
            </a:r>
          </a:p>
        </p:txBody>
      </p:sp>
      <p:pic>
        <p:nvPicPr>
          <p:cNvPr id="3" name="Picture 2">
            <a:extLst>
              <a:ext uri="{FF2B5EF4-FFF2-40B4-BE49-F238E27FC236}">
                <a16:creationId xmlns:a16="http://schemas.microsoft.com/office/drawing/2014/main" id="{C1DB87E2-0501-4C57-A1C7-366AF9D85153}"/>
              </a:ext>
            </a:extLst>
          </p:cNvPr>
          <p:cNvPicPr>
            <a:picLocks noChangeAspect="1"/>
          </p:cNvPicPr>
          <p:nvPr/>
        </p:nvPicPr>
        <p:blipFill rotWithShape="1">
          <a:blip r:embed="rId2"/>
          <a:srcRect l="11392" r="7791"/>
          <a:stretch/>
        </p:blipFill>
        <p:spPr>
          <a:xfrm>
            <a:off x="6634509" y="1480721"/>
            <a:ext cx="4634144" cy="4038600"/>
          </a:xfrm>
          <a:prstGeom prst="rect">
            <a:avLst/>
          </a:prstGeom>
        </p:spPr>
      </p:pic>
    </p:spTree>
    <p:extLst>
      <p:ext uri="{BB962C8B-B14F-4D97-AF65-F5344CB8AC3E}">
        <p14:creationId xmlns:p14="http://schemas.microsoft.com/office/powerpoint/2010/main" val="4066713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C5950-2F37-4EAE-849B-34486101B6CD}"/>
              </a:ext>
            </a:extLst>
          </p:cNvPr>
          <p:cNvSpPr>
            <a:spLocks noGrp="1"/>
          </p:cNvSpPr>
          <p:nvPr>
            <p:ph type="title"/>
          </p:nvPr>
        </p:nvSpPr>
        <p:spPr/>
        <p:txBody>
          <a:bodyPr/>
          <a:lstStyle/>
          <a:p>
            <a:r>
              <a:rPr lang="en-US"/>
              <a:t>3. The Linux kernel</a:t>
            </a:r>
          </a:p>
        </p:txBody>
      </p:sp>
      <p:sp>
        <p:nvSpPr>
          <p:cNvPr id="3" name="Content Placeholder 2">
            <a:extLst>
              <a:ext uri="{FF2B5EF4-FFF2-40B4-BE49-F238E27FC236}">
                <a16:creationId xmlns:a16="http://schemas.microsoft.com/office/drawing/2014/main" id="{B135DCB7-DD4E-4793-B040-EBB15CD7ED85}"/>
              </a:ext>
            </a:extLst>
          </p:cNvPr>
          <p:cNvSpPr>
            <a:spLocks noGrp="1"/>
          </p:cNvSpPr>
          <p:nvPr>
            <p:ph idx="1"/>
          </p:nvPr>
        </p:nvSpPr>
        <p:spPr>
          <a:xfrm>
            <a:off x="838200" y="1825625"/>
            <a:ext cx="6389914" cy="3622675"/>
          </a:xfrm>
        </p:spPr>
        <p:txBody>
          <a:bodyPr>
            <a:normAutofit fontScale="85000" lnSpcReduction="20000"/>
          </a:bodyPr>
          <a:lstStyle/>
          <a:p>
            <a:r>
              <a:rPr lang="en-GB" dirty="0"/>
              <a:t>Set up everything that is needed for the system to run. </a:t>
            </a:r>
          </a:p>
          <a:p>
            <a:pPr lvl="1"/>
            <a:r>
              <a:rPr lang="en-GB" dirty="0"/>
              <a:t>Initialize interrupt controllers</a:t>
            </a:r>
          </a:p>
          <a:p>
            <a:pPr lvl="1"/>
            <a:r>
              <a:rPr lang="en-GB" dirty="0"/>
              <a:t>Set up memory protections, caches and scheduling.</a:t>
            </a:r>
          </a:p>
          <a:p>
            <a:pPr algn="l" rtl="0">
              <a:buFont typeface="Arial" panose="020B0604020202020204" pitchFamily="34" charset="0"/>
              <a:buChar char="•"/>
            </a:pPr>
            <a:r>
              <a:rPr lang="en-GB" dirty="0">
                <a:solidFill>
                  <a:srgbClr val="C00000"/>
                </a:solidFill>
              </a:rPr>
              <a:t>A</a:t>
            </a:r>
            <a:r>
              <a:rPr lang="en-GB" dirty="0"/>
              <a:t>. Once the memory management units and caches have been initialized, the system will be able to use virtual memory and launch user space processes.</a:t>
            </a:r>
          </a:p>
          <a:p>
            <a:r>
              <a:rPr lang="en-GB" dirty="0">
                <a:solidFill>
                  <a:srgbClr val="C00000"/>
                </a:solidFill>
              </a:rPr>
              <a:t>B</a:t>
            </a:r>
            <a:r>
              <a:rPr lang="en-GB" dirty="0"/>
              <a:t>. The kernel will look in the root file system for the </a:t>
            </a:r>
            <a:r>
              <a:rPr lang="en-GB" i="1" dirty="0" err="1">
                <a:solidFill>
                  <a:srgbClr val="C00000"/>
                </a:solidFill>
              </a:rPr>
              <a:t>init</a:t>
            </a:r>
            <a:r>
              <a:rPr lang="en-GB" dirty="0"/>
              <a:t> process (found under </a:t>
            </a:r>
            <a:r>
              <a:rPr lang="en-GB" i="1" dirty="0">
                <a:solidFill>
                  <a:srgbClr val="C00000"/>
                </a:solidFill>
              </a:rPr>
              <a:t>system/core/initial</a:t>
            </a:r>
            <a:r>
              <a:rPr lang="en-GB" dirty="0"/>
              <a:t> the Android open-source tree) and launch it as the initial user space process.</a:t>
            </a:r>
          </a:p>
          <a:p>
            <a:pPr lvl="1"/>
            <a:endParaRPr lang="en-GB" dirty="0"/>
          </a:p>
          <a:p>
            <a:pPr lvl="2"/>
            <a:endParaRPr lang="en-GB" dirty="0"/>
          </a:p>
        </p:txBody>
      </p:sp>
      <p:pic>
        <p:nvPicPr>
          <p:cNvPr id="5" name="Picture 4">
            <a:extLst>
              <a:ext uri="{FF2B5EF4-FFF2-40B4-BE49-F238E27FC236}">
                <a16:creationId xmlns:a16="http://schemas.microsoft.com/office/drawing/2014/main" id="{BE168BCC-53BF-4F4F-8887-85C9D55AAA50}"/>
              </a:ext>
            </a:extLst>
          </p:cNvPr>
          <p:cNvPicPr>
            <a:picLocks noChangeAspect="1"/>
          </p:cNvPicPr>
          <p:nvPr/>
        </p:nvPicPr>
        <p:blipFill rotWithShape="1">
          <a:blip r:embed="rId3"/>
          <a:srcRect l="12245" r="7092"/>
          <a:stretch/>
        </p:blipFill>
        <p:spPr>
          <a:xfrm>
            <a:off x="7177314" y="1409699"/>
            <a:ext cx="4703132" cy="4218743"/>
          </a:xfrm>
          <a:prstGeom prst="rect">
            <a:avLst/>
          </a:prstGeom>
        </p:spPr>
      </p:pic>
    </p:spTree>
    <p:extLst>
      <p:ext uri="{BB962C8B-B14F-4D97-AF65-F5344CB8AC3E}">
        <p14:creationId xmlns:p14="http://schemas.microsoft.com/office/powerpoint/2010/main" val="21031266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C5950-2F37-4EAE-849B-34486101B6CD}"/>
              </a:ext>
            </a:extLst>
          </p:cNvPr>
          <p:cNvSpPr>
            <a:spLocks noGrp="1"/>
          </p:cNvSpPr>
          <p:nvPr>
            <p:ph type="title"/>
          </p:nvPr>
        </p:nvSpPr>
        <p:spPr/>
        <p:txBody>
          <a:bodyPr/>
          <a:lstStyle/>
          <a:p>
            <a:r>
              <a:rPr lang="en-US"/>
              <a:t>4. The </a:t>
            </a:r>
            <a:r>
              <a:rPr lang="en-US" err="1"/>
              <a:t>init</a:t>
            </a:r>
            <a:r>
              <a:rPr lang="en-US"/>
              <a:t> process</a:t>
            </a:r>
          </a:p>
        </p:txBody>
      </p:sp>
      <p:sp>
        <p:nvSpPr>
          <p:cNvPr id="3" name="Content Placeholder 2">
            <a:extLst>
              <a:ext uri="{FF2B5EF4-FFF2-40B4-BE49-F238E27FC236}">
                <a16:creationId xmlns:a16="http://schemas.microsoft.com/office/drawing/2014/main" id="{B135DCB7-DD4E-4793-B040-EBB15CD7ED85}"/>
              </a:ext>
            </a:extLst>
          </p:cNvPr>
          <p:cNvSpPr>
            <a:spLocks noGrp="1"/>
          </p:cNvSpPr>
          <p:nvPr>
            <p:ph idx="1"/>
          </p:nvPr>
        </p:nvSpPr>
        <p:spPr>
          <a:xfrm>
            <a:off x="838200" y="1825625"/>
            <a:ext cx="5831114" cy="4444546"/>
          </a:xfrm>
        </p:spPr>
        <p:txBody>
          <a:bodyPr>
            <a:normAutofit lnSpcReduction="10000"/>
          </a:bodyPr>
          <a:lstStyle/>
          <a:p>
            <a:r>
              <a:rPr lang="en-GB" sz="2400" dirty="0"/>
              <a:t>The "grandmother" of all system processes. </a:t>
            </a:r>
          </a:p>
          <a:p>
            <a:r>
              <a:rPr lang="en-GB" sz="2400" dirty="0"/>
              <a:t>Every other process in the system will be launched from this process or one of its descendants.</a:t>
            </a:r>
          </a:p>
          <a:p>
            <a:r>
              <a:rPr lang="en-GB" sz="2400" dirty="0"/>
              <a:t>A. The </a:t>
            </a:r>
            <a:r>
              <a:rPr lang="en-GB" sz="2400" dirty="0" err="1"/>
              <a:t>init</a:t>
            </a:r>
            <a:r>
              <a:rPr lang="en-GB" sz="2400" dirty="0"/>
              <a:t> process in Android will look for a file called </a:t>
            </a:r>
            <a:r>
              <a:rPr lang="en-GB" sz="2000" i="1" dirty="0" err="1">
                <a:solidFill>
                  <a:srgbClr val="C00000"/>
                </a:solidFill>
              </a:rPr>
              <a:t>init.rc</a:t>
            </a:r>
            <a:r>
              <a:rPr lang="en-GB" sz="2400" dirty="0"/>
              <a:t>. or </a:t>
            </a:r>
            <a:r>
              <a:rPr lang="en-GB" sz="2000" i="1" dirty="0" err="1">
                <a:solidFill>
                  <a:srgbClr val="C00000"/>
                </a:solidFill>
              </a:rPr>
              <a:t>init</a:t>
            </a:r>
            <a:r>
              <a:rPr lang="en-GB" sz="2000" i="1" dirty="0">
                <a:solidFill>
                  <a:srgbClr val="C00000"/>
                </a:solidFill>
              </a:rPr>
              <a:t>&lt;machine name&gt;.</a:t>
            </a:r>
            <a:r>
              <a:rPr lang="en-GB" sz="2000" i="1" dirty="0" err="1">
                <a:solidFill>
                  <a:srgbClr val="C00000"/>
                </a:solidFill>
              </a:rPr>
              <a:t>rc</a:t>
            </a:r>
            <a:r>
              <a:rPr lang="en-GB" sz="2000" i="1" dirty="0">
                <a:solidFill>
                  <a:srgbClr val="C00000"/>
                </a:solidFill>
              </a:rPr>
              <a:t> </a:t>
            </a:r>
          </a:p>
          <a:p>
            <a:pPr lvl="1"/>
            <a:r>
              <a:rPr lang="en-GB" sz="2000" dirty="0"/>
              <a:t>This is a script that describes the system services, file system and other parameters that need to be set up.</a:t>
            </a:r>
          </a:p>
          <a:p>
            <a:pPr lvl="1"/>
            <a:r>
              <a:rPr lang="en-GB" sz="2000" dirty="0"/>
              <a:t>The script is placed in </a:t>
            </a:r>
            <a:r>
              <a:rPr lang="en-GB" sz="2000" i="1" dirty="0">
                <a:solidFill>
                  <a:srgbClr val="C00000"/>
                </a:solidFill>
              </a:rPr>
              <a:t>system/core/</a:t>
            </a:r>
            <a:r>
              <a:rPr lang="en-GB" sz="2000" i="1" dirty="0" err="1">
                <a:solidFill>
                  <a:srgbClr val="C00000"/>
                </a:solidFill>
              </a:rPr>
              <a:t>rootdir</a:t>
            </a:r>
            <a:r>
              <a:rPr lang="en-GB" sz="2000" i="1" dirty="0">
                <a:solidFill>
                  <a:srgbClr val="C00000"/>
                </a:solidFill>
              </a:rPr>
              <a:t> </a:t>
            </a:r>
            <a:r>
              <a:rPr lang="en-GB" sz="2000" dirty="0"/>
              <a:t>in the Android open-source project.</a:t>
            </a:r>
          </a:p>
          <a:p>
            <a:r>
              <a:rPr lang="en-GB" sz="2400" dirty="0"/>
              <a:t>B. The </a:t>
            </a:r>
            <a:r>
              <a:rPr lang="en-GB" sz="2400" dirty="0" err="1"/>
              <a:t>init</a:t>
            </a:r>
            <a:r>
              <a:rPr lang="en-GB" sz="2400" dirty="0"/>
              <a:t> process will parse the </a:t>
            </a:r>
            <a:r>
              <a:rPr lang="en-GB" sz="2400" dirty="0" err="1"/>
              <a:t>init</a:t>
            </a:r>
            <a:r>
              <a:rPr lang="en-GB" sz="2400" dirty="0"/>
              <a:t> script and launch the system service processes.</a:t>
            </a:r>
          </a:p>
        </p:txBody>
      </p:sp>
      <p:sp>
        <p:nvSpPr>
          <p:cNvPr id="6" name="TextBox 5">
            <a:extLst>
              <a:ext uri="{FF2B5EF4-FFF2-40B4-BE49-F238E27FC236}">
                <a16:creationId xmlns:a16="http://schemas.microsoft.com/office/drawing/2014/main" id="{AA7022F6-8235-429C-BEB9-6A6775AD4ACF}"/>
              </a:ext>
            </a:extLst>
          </p:cNvPr>
          <p:cNvSpPr txBox="1"/>
          <p:nvPr/>
        </p:nvSpPr>
        <p:spPr>
          <a:xfrm>
            <a:off x="5634446" y="118608"/>
            <a:ext cx="6172200" cy="646331"/>
          </a:xfrm>
          <a:prstGeom prst="rect">
            <a:avLst/>
          </a:prstGeom>
          <a:solidFill>
            <a:schemeClr val="accent4">
              <a:lumMod val="20000"/>
              <a:lumOff val="80000"/>
            </a:schemeClr>
          </a:solidFill>
        </p:spPr>
        <p:txBody>
          <a:bodyPr wrap="square">
            <a:spAutoFit/>
          </a:bodyPr>
          <a:lstStyle/>
          <a:p>
            <a:r>
              <a:rPr lang="en-US">
                <a:solidFill>
                  <a:srgbClr val="FF0000"/>
                </a:solidFill>
              </a:rPr>
              <a:t>.</a:t>
            </a:r>
            <a:r>
              <a:rPr lang="en-US" err="1">
                <a:solidFill>
                  <a:srgbClr val="FF0000"/>
                </a:solidFill>
              </a:rPr>
              <a:t>rc</a:t>
            </a:r>
            <a:r>
              <a:rPr lang="en-US"/>
              <a:t>. </a:t>
            </a:r>
            <a:r>
              <a:rPr lang="en-GB" b="0" i="0">
                <a:solidFill>
                  <a:srgbClr val="535A60"/>
                </a:solidFill>
                <a:effectLst/>
                <a:latin typeface="Arial" panose="020B0604020202020204" pitchFamily="34" charset="0"/>
              </a:rPr>
              <a:t>Early </a:t>
            </a:r>
            <a:r>
              <a:rPr lang="en-GB"/>
              <a:t>Unix used </a:t>
            </a:r>
            <a:r>
              <a:rPr lang="en-US"/>
              <a:t>run commands(</a:t>
            </a:r>
            <a:r>
              <a:rPr lang="en-GB" err="1"/>
              <a:t>rc</a:t>
            </a:r>
            <a:r>
              <a:rPr lang="en-GB"/>
              <a:t>) for the name of the operating system's boot script</a:t>
            </a:r>
            <a:endParaRPr lang="en-US"/>
          </a:p>
        </p:txBody>
      </p:sp>
      <p:pic>
        <p:nvPicPr>
          <p:cNvPr id="4" name="Picture 3">
            <a:extLst>
              <a:ext uri="{FF2B5EF4-FFF2-40B4-BE49-F238E27FC236}">
                <a16:creationId xmlns:a16="http://schemas.microsoft.com/office/drawing/2014/main" id="{7E748CF1-54B4-49BD-B42A-6CED055FE337}"/>
              </a:ext>
            </a:extLst>
          </p:cNvPr>
          <p:cNvPicPr>
            <a:picLocks noChangeAspect="1"/>
          </p:cNvPicPr>
          <p:nvPr/>
        </p:nvPicPr>
        <p:blipFill rotWithShape="1">
          <a:blip r:embed="rId2"/>
          <a:srcRect l="12411" r="7222"/>
          <a:stretch/>
        </p:blipFill>
        <p:spPr>
          <a:xfrm>
            <a:off x="6930572" y="1748745"/>
            <a:ext cx="4608285" cy="4038600"/>
          </a:xfrm>
          <a:prstGeom prst="rect">
            <a:avLst/>
          </a:prstGeom>
        </p:spPr>
      </p:pic>
    </p:spTree>
    <p:extLst>
      <p:ext uri="{BB962C8B-B14F-4D97-AF65-F5344CB8AC3E}">
        <p14:creationId xmlns:p14="http://schemas.microsoft.com/office/powerpoint/2010/main" val="18954181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42B16-19A7-4A28-8F72-2EE3FDC2D37B}"/>
              </a:ext>
            </a:extLst>
          </p:cNvPr>
          <p:cNvSpPr>
            <a:spLocks noGrp="1"/>
          </p:cNvSpPr>
          <p:nvPr>
            <p:ph type="title"/>
          </p:nvPr>
        </p:nvSpPr>
        <p:spPr/>
        <p:txBody>
          <a:bodyPr/>
          <a:lstStyle/>
          <a:p>
            <a:r>
              <a:rPr lang="en-US" dirty="0"/>
              <a:t>5. Zygote and ART</a:t>
            </a:r>
          </a:p>
        </p:txBody>
      </p:sp>
      <p:sp>
        <p:nvSpPr>
          <p:cNvPr id="3" name="Content Placeholder 2">
            <a:extLst>
              <a:ext uri="{FF2B5EF4-FFF2-40B4-BE49-F238E27FC236}">
                <a16:creationId xmlns:a16="http://schemas.microsoft.com/office/drawing/2014/main" id="{680AF3C0-45D7-400B-B1B3-9C3534E78B11}"/>
              </a:ext>
            </a:extLst>
          </p:cNvPr>
          <p:cNvSpPr>
            <a:spLocks noGrp="1"/>
          </p:cNvSpPr>
          <p:nvPr>
            <p:ph idx="1"/>
          </p:nvPr>
        </p:nvSpPr>
        <p:spPr>
          <a:xfrm>
            <a:off x="838200" y="1825625"/>
            <a:ext cx="4974771" cy="4351338"/>
          </a:xfrm>
        </p:spPr>
        <p:txBody>
          <a:bodyPr/>
          <a:lstStyle/>
          <a:p>
            <a:r>
              <a:rPr lang="en-GB" dirty="0"/>
              <a:t>A process of the Android Runtime</a:t>
            </a:r>
          </a:p>
          <a:p>
            <a:r>
              <a:rPr lang="en-GB" dirty="0"/>
              <a:t>The </a:t>
            </a:r>
            <a:r>
              <a:rPr lang="en-GB" dirty="0" err="1"/>
              <a:t>init</a:t>
            </a:r>
            <a:r>
              <a:rPr lang="en-GB" dirty="0"/>
              <a:t> process launches the Zygote and will basically start executing and initializing ART</a:t>
            </a:r>
          </a:p>
          <a:p>
            <a:r>
              <a:rPr lang="en-GB" dirty="0"/>
              <a:t>Zygote enables library sharing across ART, achieving a lower memory footprint and minimal startup time.</a:t>
            </a:r>
          </a:p>
          <a:p>
            <a:endParaRPr lang="en-US" dirty="0"/>
          </a:p>
        </p:txBody>
      </p:sp>
      <p:pic>
        <p:nvPicPr>
          <p:cNvPr id="4" name="Picture 3">
            <a:extLst>
              <a:ext uri="{FF2B5EF4-FFF2-40B4-BE49-F238E27FC236}">
                <a16:creationId xmlns:a16="http://schemas.microsoft.com/office/drawing/2014/main" id="{AE5079BD-356F-486C-9503-8969EDBB3066}"/>
              </a:ext>
            </a:extLst>
          </p:cNvPr>
          <p:cNvPicPr>
            <a:picLocks noChangeAspect="1"/>
          </p:cNvPicPr>
          <p:nvPr/>
        </p:nvPicPr>
        <p:blipFill rotWithShape="1">
          <a:blip r:embed="rId2"/>
          <a:srcRect l="11905" r="6278"/>
          <a:stretch/>
        </p:blipFill>
        <p:spPr>
          <a:xfrm>
            <a:off x="6379030" y="1317381"/>
            <a:ext cx="5645113" cy="4859581"/>
          </a:xfrm>
          <a:prstGeom prst="rect">
            <a:avLst/>
          </a:prstGeom>
        </p:spPr>
      </p:pic>
    </p:spTree>
    <p:extLst>
      <p:ext uri="{BB962C8B-B14F-4D97-AF65-F5344CB8AC3E}">
        <p14:creationId xmlns:p14="http://schemas.microsoft.com/office/powerpoint/2010/main" val="40600863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C5950-2F37-4EAE-849B-34486101B6CD}"/>
              </a:ext>
            </a:extLst>
          </p:cNvPr>
          <p:cNvSpPr>
            <a:spLocks noGrp="1"/>
          </p:cNvSpPr>
          <p:nvPr>
            <p:ph type="title"/>
          </p:nvPr>
        </p:nvSpPr>
        <p:spPr/>
        <p:txBody>
          <a:bodyPr/>
          <a:lstStyle/>
          <a:p>
            <a:r>
              <a:rPr lang="en-US"/>
              <a:t>6. The system server</a:t>
            </a:r>
          </a:p>
        </p:txBody>
      </p:sp>
      <p:sp>
        <p:nvSpPr>
          <p:cNvPr id="3" name="Content Placeholder 2">
            <a:extLst>
              <a:ext uri="{FF2B5EF4-FFF2-40B4-BE49-F238E27FC236}">
                <a16:creationId xmlns:a16="http://schemas.microsoft.com/office/drawing/2014/main" id="{B135DCB7-DD4E-4793-B040-EBB15CD7ED85}"/>
              </a:ext>
            </a:extLst>
          </p:cNvPr>
          <p:cNvSpPr>
            <a:spLocks noGrp="1"/>
          </p:cNvSpPr>
          <p:nvPr>
            <p:ph idx="1"/>
          </p:nvPr>
        </p:nvSpPr>
        <p:spPr>
          <a:xfrm>
            <a:off x="838200" y="1825625"/>
            <a:ext cx="5279349" cy="4351338"/>
          </a:xfrm>
        </p:spPr>
        <p:txBody>
          <a:bodyPr>
            <a:normAutofit fontScale="77500" lnSpcReduction="20000"/>
          </a:bodyPr>
          <a:lstStyle/>
          <a:p>
            <a:r>
              <a:rPr lang="en-GB"/>
              <a:t>The system server is the first java component to run in the system. </a:t>
            </a:r>
          </a:p>
          <a:p>
            <a:r>
              <a:rPr lang="en-US">
                <a:solidFill>
                  <a:srgbClr val="FF0000"/>
                </a:solidFill>
              </a:rPr>
              <a:t>Core services</a:t>
            </a:r>
            <a:r>
              <a:rPr lang="en-US"/>
              <a:t>:  </a:t>
            </a:r>
            <a:r>
              <a:rPr lang="en-GB"/>
              <a:t>Creating the Activity Manager, Starting telephony registry, context manager, system contact providers Starting alarm manager, sensor service, window manager, Bluetooth service, mount service</a:t>
            </a:r>
          </a:p>
          <a:p>
            <a:r>
              <a:rPr lang="en-US">
                <a:solidFill>
                  <a:srgbClr val="FF0000"/>
                </a:solidFill>
              </a:rPr>
              <a:t>Other services:</a:t>
            </a:r>
            <a:r>
              <a:rPr lang="en-GB">
                <a:solidFill>
                  <a:srgbClr val="FF0000"/>
                </a:solidFill>
              </a:rPr>
              <a:t> </a:t>
            </a:r>
            <a:r>
              <a:rPr lang="en-US"/>
              <a:t>Starting hardware service, Starting </a:t>
            </a:r>
            <a:r>
              <a:rPr lang="en-US" err="1"/>
              <a:t>NetStat</a:t>
            </a:r>
            <a:r>
              <a:rPr lang="en-US"/>
              <a:t> service, connectivity service, Notification Manager,  Device Storage Monitor service, Location Manager, Search Service, Clipboard Service, </a:t>
            </a:r>
            <a:r>
              <a:rPr lang="en-US" err="1"/>
              <a:t>checkin</a:t>
            </a:r>
            <a:r>
              <a:rPr lang="en-US"/>
              <a:t> service, Wallpaper service, Audio Service, Headset Observer, </a:t>
            </a:r>
            <a:r>
              <a:rPr lang="en-US" err="1"/>
              <a:t>AdbSettings</a:t>
            </a:r>
            <a:r>
              <a:rPr lang="en-US"/>
              <a:t> Observer</a:t>
            </a:r>
          </a:p>
          <a:p>
            <a:pPr lvl="1"/>
            <a:endParaRPr lang="en-GB"/>
          </a:p>
          <a:p>
            <a:pPr lvl="1"/>
            <a:endParaRPr lang="en-GB"/>
          </a:p>
          <a:p>
            <a:pPr lvl="2"/>
            <a:endParaRPr lang="en-GB"/>
          </a:p>
        </p:txBody>
      </p:sp>
      <p:pic>
        <p:nvPicPr>
          <p:cNvPr id="5" name="Picture 4">
            <a:extLst>
              <a:ext uri="{FF2B5EF4-FFF2-40B4-BE49-F238E27FC236}">
                <a16:creationId xmlns:a16="http://schemas.microsoft.com/office/drawing/2014/main" id="{36DF613C-D153-466A-93E0-3F654C578957}"/>
              </a:ext>
            </a:extLst>
          </p:cNvPr>
          <p:cNvPicPr>
            <a:picLocks noChangeAspect="1"/>
          </p:cNvPicPr>
          <p:nvPr/>
        </p:nvPicPr>
        <p:blipFill rotWithShape="1">
          <a:blip r:embed="rId2"/>
          <a:srcRect l="7507" r="7040"/>
          <a:stretch/>
        </p:blipFill>
        <p:spPr>
          <a:xfrm>
            <a:off x="6302965" y="1762270"/>
            <a:ext cx="5279349" cy="4351337"/>
          </a:xfrm>
          <a:prstGeom prst="rect">
            <a:avLst/>
          </a:prstGeom>
        </p:spPr>
      </p:pic>
    </p:spTree>
    <p:extLst>
      <p:ext uri="{BB962C8B-B14F-4D97-AF65-F5344CB8AC3E}">
        <p14:creationId xmlns:p14="http://schemas.microsoft.com/office/powerpoint/2010/main" val="24548989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C5950-2F37-4EAE-849B-34486101B6CD}"/>
              </a:ext>
            </a:extLst>
          </p:cNvPr>
          <p:cNvSpPr>
            <a:spLocks noGrp="1"/>
          </p:cNvSpPr>
          <p:nvPr>
            <p:ph type="title"/>
          </p:nvPr>
        </p:nvSpPr>
        <p:spPr/>
        <p:txBody>
          <a:bodyPr/>
          <a:lstStyle/>
          <a:p>
            <a:r>
              <a:rPr lang="en-US" dirty="0"/>
              <a:t>7. </a:t>
            </a:r>
            <a:r>
              <a:rPr lang="en-US" altLang="zh-CN" dirty="0"/>
              <a:t>System UI</a:t>
            </a:r>
            <a:endParaRPr lang="en-US" dirty="0"/>
          </a:p>
        </p:txBody>
      </p:sp>
      <p:sp>
        <p:nvSpPr>
          <p:cNvPr id="3" name="Content Placeholder 2">
            <a:extLst>
              <a:ext uri="{FF2B5EF4-FFF2-40B4-BE49-F238E27FC236}">
                <a16:creationId xmlns:a16="http://schemas.microsoft.com/office/drawing/2014/main" id="{B135DCB7-DD4E-4793-B040-EBB15CD7ED85}"/>
              </a:ext>
            </a:extLst>
          </p:cNvPr>
          <p:cNvSpPr>
            <a:spLocks noGrp="1"/>
          </p:cNvSpPr>
          <p:nvPr>
            <p:ph idx="1"/>
          </p:nvPr>
        </p:nvSpPr>
        <p:spPr/>
        <p:txBody>
          <a:bodyPr>
            <a:normAutofit/>
          </a:bodyPr>
          <a:lstStyle/>
          <a:p>
            <a:r>
              <a:rPr lang="en-GB" dirty="0"/>
              <a:t>Once the System Server is up and running and the system boot has completed </a:t>
            </a:r>
          </a:p>
          <a:p>
            <a:pPr lvl="1"/>
            <a:r>
              <a:rPr lang="en-GB" dirty="0"/>
              <a:t>there is a standard broadcast action called ACTION_BOOT_COMPLETED. </a:t>
            </a:r>
          </a:p>
          <a:p>
            <a:r>
              <a:rPr lang="en-GB" dirty="0"/>
              <a:t>To start your own service</a:t>
            </a:r>
          </a:p>
          <a:p>
            <a:pPr lvl="1"/>
            <a:r>
              <a:rPr lang="en-GB" dirty="0"/>
              <a:t>register an alarm or otherwise make your application perform some action after boot</a:t>
            </a:r>
          </a:p>
          <a:p>
            <a:pPr lvl="1"/>
            <a:r>
              <a:rPr lang="en-GB" dirty="0"/>
              <a:t>register to receive this broadcast intent.</a:t>
            </a:r>
          </a:p>
          <a:p>
            <a:pPr lvl="1"/>
            <a:endParaRPr lang="en-GB" dirty="0"/>
          </a:p>
          <a:p>
            <a:pPr lvl="2"/>
            <a:endParaRPr lang="en-GB" dirty="0"/>
          </a:p>
        </p:txBody>
      </p:sp>
    </p:spTree>
    <p:extLst>
      <p:ext uri="{BB962C8B-B14F-4D97-AF65-F5344CB8AC3E}">
        <p14:creationId xmlns:p14="http://schemas.microsoft.com/office/powerpoint/2010/main" val="10773246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86E65C-7ED2-4C16-B78C-618F018A4D33}"/>
              </a:ext>
            </a:extLst>
          </p:cNvPr>
          <p:cNvSpPr>
            <a:spLocks noGrp="1"/>
          </p:cNvSpPr>
          <p:nvPr>
            <p:ph type="title"/>
          </p:nvPr>
        </p:nvSpPr>
        <p:spPr/>
        <p:txBody>
          <a:bodyPr/>
          <a:lstStyle/>
          <a:p>
            <a:r>
              <a:rPr lang="en-US" dirty="0"/>
              <a:t>Android Partition Layout</a:t>
            </a:r>
          </a:p>
        </p:txBody>
      </p:sp>
      <p:sp>
        <p:nvSpPr>
          <p:cNvPr id="4" name="Text Placeholder 3">
            <a:extLst>
              <a:ext uri="{FF2B5EF4-FFF2-40B4-BE49-F238E27FC236}">
                <a16:creationId xmlns:a16="http://schemas.microsoft.com/office/drawing/2014/main" id="{D751A9C1-3F89-4DC7-9F31-3BBAFAF962DB}"/>
              </a:ext>
            </a:extLst>
          </p:cNvPr>
          <p:cNvSpPr>
            <a:spLocks noGrp="1"/>
          </p:cNvSpPr>
          <p:nvPr>
            <p:ph type="body" idx="1"/>
          </p:nvPr>
        </p:nvSpPr>
        <p:spPr/>
        <p:txBody>
          <a:bodyPr/>
          <a:lstStyle/>
          <a:p>
            <a:r>
              <a:rPr lang="en-US" dirty="0"/>
              <a:t>mapping booting process to partitions</a:t>
            </a:r>
          </a:p>
        </p:txBody>
      </p:sp>
    </p:spTree>
    <p:extLst>
      <p:ext uri="{BB962C8B-B14F-4D97-AF65-F5344CB8AC3E}">
        <p14:creationId xmlns:p14="http://schemas.microsoft.com/office/powerpoint/2010/main" val="41640428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142BF6-3FAD-DDC3-5D96-308B3D260767}"/>
              </a:ext>
            </a:extLst>
          </p:cNvPr>
          <p:cNvPicPr>
            <a:picLocks noChangeAspect="1"/>
          </p:cNvPicPr>
          <p:nvPr/>
        </p:nvPicPr>
        <p:blipFill>
          <a:blip r:embed="rId2"/>
          <a:stretch>
            <a:fillRect/>
          </a:stretch>
        </p:blipFill>
        <p:spPr>
          <a:xfrm>
            <a:off x="952500" y="0"/>
            <a:ext cx="10287000" cy="6858000"/>
          </a:xfrm>
          <a:prstGeom prst="rect">
            <a:avLst/>
          </a:prstGeom>
        </p:spPr>
      </p:pic>
      <p:pic>
        <p:nvPicPr>
          <p:cNvPr id="2" name="Picture 1" descr="eMMC vs SSD: Which Storage Is Best for Your Device? - Fly-Wing">
            <a:extLst>
              <a:ext uri="{FF2B5EF4-FFF2-40B4-BE49-F238E27FC236}">
                <a16:creationId xmlns:a16="http://schemas.microsoft.com/office/drawing/2014/main" id="{F519660F-94F3-88EE-DF50-841A72DEBF0C}"/>
              </a:ext>
            </a:extLst>
          </p:cNvPr>
          <p:cNvPicPr>
            <a:picLocks noChangeAspect="1"/>
          </p:cNvPicPr>
          <p:nvPr/>
        </p:nvPicPr>
        <p:blipFill>
          <a:blip r:embed="rId3"/>
          <a:stretch>
            <a:fillRect/>
          </a:stretch>
        </p:blipFill>
        <p:spPr>
          <a:xfrm>
            <a:off x="2178844" y="955222"/>
            <a:ext cx="465364" cy="465364"/>
          </a:xfrm>
          <a:prstGeom prst="rect">
            <a:avLst/>
          </a:prstGeom>
        </p:spPr>
      </p:pic>
    </p:spTree>
    <p:extLst>
      <p:ext uri="{BB962C8B-B14F-4D97-AF65-F5344CB8AC3E}">
        <p14:creationId xmlns:p14="http://schemas.microsoft.com/office/powerpoint/2010/main" val="38480520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44F2D-811E-8C3B-B6D4-A27F6A962309}"/>
              </a:ext>
            </a:extLst>
          </p:cNvPr>
          <p:cNvSpPr>
            <a:spLocks noGrp="1"/>
          </p:cNvSpPr>
          <p:nvPr>
            <p:ph type="title"/>
          </p:nvPr>
        </p:nvSpPr>
        <p:spPr/>
        <p:txBody>
          <a:bodyPr/>
          <a:lstStyle/>
          <a:p>
            <a:r>
              <a:rPr lang="en-US" dirty="0"/>
              <a:t>Mental model</a:t>
            </a:r>
          </a:p>
        </p:txBody>
      </p:sp>
      <p:sp>
        <p:nvSpPr>
          <p:cNvPr id="3" name="Content Placeholder 2">
            <a:extLst>
              <a:ext uri="{FF2B5EF4-FFF2-40B4-BE49-F238E27FC236}">
                <a16:creationId xmlns:a16="http://schemas.microsoft.com/office/drawing/2014/main" id="{615B777C-7CA7-3D54-A251-2384C3D53AEF}"/>
              </a:ext>
            </a:extLst>
          </p:cNvPr>
          <p:cNvSpPr>
            <a:spLocks noGrp="1"/>
          </p:cNvSpPr>
          <p:nvPr>
            <p:ph idx="1"/>
          </p:nvPr>
        </p:nvSpPr>
        <p:spPr/>
        <p:txBody>
          <a:bodyPr>
            <a:normAutofit/>
          </a:bodyPr>
          <a:lstStyle/>
          <a:p>
            <a:r>
              <a:rPr lang="en-US" sz="2400" b="1" dirty="0" err="1"/>
              <a:t>userdata</a:t>
            </a:r>
            <a:r>
              <a:rPr lang="en-US" sz="2400" dirty="0"/>
              <a:t>  → What did the user/apps do?</a:t>
            </a:r>
          </a:p>
          <a:p>
            <a:r>
              <a:rPr lang="en-US" sz="2400" b="1" dirty="0"/>
              <a:t>system / vendor / product </a:t>
            </a:r>
            <a:r>
              <a:rPr lang="en-US" sz="2400" dirty="0"/>
              <a:t>→ What software and configuration were present?</a:t>
            </a:r>
          </a:p>
          <a:p>
            <a:r>
              <a:rPr lang="en-US" sz="2400" b="1" dirty="0"/>
              <a:t>boot / </a:t>
            </a:r>
            <a:r>
              <a:rPr lang="en-US" sz="2400" b="1" dirty="0" err="1"/>
              <a:t>vbmeta</a:t>
            </a:r>
            <a:r>
              <a:rPr lang="en-US" sz="2400" b="1" dirty="0"/>
              <a:t> / </a:t>
            </a:r>
            <a:r>
              <a:rPr lang="en-US" sz="2400" b="1" dirty="0" err="1"/>
              <a:t>misc</a:t>
            </a:r>
            <a:r>
              <a:rPr lang="en-US" sz="2400" b="1" dirty="0"/>
              <a:t> </a:t>
            </a:r>
            <a:r>
              <a:rPr lang="en-US" sz="2400" dirty="0"/>
              <a:t>→ How did the device boot, and was the boot chain trusted?</a:t>
            </a:r>
          </a:p>
          <a:p>
            <a:r>
              <a:rPr lang="en-US" sz="2400" b="1" dirty="0"/>
              <a:t>metadata</a:t>
            </a:r>
            <a:r>
              <a:rPr lang="en-US" sz="2400" dirty="0"/>
              <a:t> → How was storage/encryption managed?</a:t>
            </a:r>
          </a:p>
          <a:p>
            <a:r>
              <a:rPr lang="en-US" sz="2400" b="1" dirty="0"/>
              <a:t>super</a:t>
            </a:r>
            <a:r>
              <a:rPr lang="en-US" sz="2400" dirty="0"/>
              <a:t> → How are modern Android logical partitions organized?</a:t>
            </a:r>
          </a:p>
        </p:txBody>
      </p:sp>
    </p:spTree>
    <p:extLst>
      <p:ext uri="{BB962C8B-B14F-4D97-AF65-F5344CB8AC3E}">
        <p14:creationId xmlns:p14="http://schemas.microsoft.com/office/powerpoint/2010/main" val="12034278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5132D90-0E24-2DAB-7BBC-B95E43C39FF5}"/>
              </a:ext>
            </a:extLst>
          </p:cNvPr>
          <p:cNvGraphicFramePr>
            <a:graphicFrameLocks noGrp="1"/>
          </p:cNvGraphicFramePr>
          <p:nvPr>
            <p:extLst>
              <p:ext uri="{D42A27DB-BD31-4B8C-83A1-F6EECF244321}">
                <p14:modId xmlns:p14="http://schemas.microsoft.com/office/powerpoint/2010/main" val="1699317997"/>
              </p:ext>
            </p:extLst>
          </p:nvPr>
        </p:nvGraphicFramePr>
        <p:xfrm>
          <a:off x="434340" y="354930"/>
          <a:ext cx="11300459" cy="5721420"/>
        </p:xfrm>
        <a:graphic>
          <a:graphicData uri="http://schemas.openxmlformats.org/drawingml/2006/table">
            <a:tbl>
              <a:tblPr>
                <a:tableStyleId>{5C22544A-7EE6-4342-B048-85BDC9FD1C3A}</a:tableStyleId>
              </a:tblPr>
              <a:tblGrid>
                <a:gridCol w="1348740">
                  <a:extLst>
                    <a:ext uri="{9D8B030D-6E8A-4147-A177-3AD203B41FA5}">
                      <a16:colId xmlns:a16="http://schemas.microsoft.com/office/drawing/2014/main" val="3947073250"/>
                    </a:ext>
                  </a:extLst>
                </a:gridCol>
                <a:gridCol w="8926269">
                  <a:extLst>
                    <a:ext uri="{9D8B030D-6E8A-4147-A177-3AD203B41FA5}">
                      <a16:colId xmlns:a16="http://schemas.microsoft.com/office/drawing/2014/main" val="2431790608"/>
                    </a:ext>
                  </a:extLst>
                </a:gridCol>
                <a:gridCol w="1025450">
                  <a:extLst>
                    <a:ext uri="{9D8B030D-6E8A-4147-A177-3AD203B41FA5}">
                      <a16:colId xmlns:a16="http://schemas.microsoft.com/office/drawing/2014/main" val="2597498537"/>
                    </a:ext>
                  </a:extLst>
                </a:gridCol>
              </a:tblGrid>
              <a:tr h="69621">
                <a:tc>
                  <a:txBody>
                    <a:bodyPr/>
                    <a:lstStyle/>
                    <a:p>
                      <a:pPr>
                        <a:buNone/>
                      </a:pPr>
                      <a:r>
                        <a:rPr lang="en-US" sz="1400" b="1" dirty="0"/>
                        <a:t>Partition</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b="1" dirty="0"/>
                        <a:t>Purpose / Typical contents</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US" sz="1400" b="1" dirty="0"/>
                        <a:t>Forensic importance</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0322245"/>
                  </a:ext>
                </a:extLst>
              </a:tr>
              <a:tr h="539566">
                <a:tc>
                  <a:txBody>
                    <a:bodyPr/>
                    <a:lstStyle/>
                    <a:p>
                      <a:pPr>
                        <a:buNone/>
                      </a:pPr>
                      <a:r>
                        <a:rPr lang="en-US" sz="1400" dirty="0" err="1"/>
                        <a:t>userdata</a:t>
                      </a:r>
                      <a:r>
                        <a:rPr lang="en-US" sz="1400" dirty="0"/>
                        <a:t>/(/data)</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buNone/>
                      </a:pPr>
                      <a:r>
                        <a:rPr lang="en-US" sz="1400" dirty="0"/>
                        <a:t>Stores user and application data. Includes app-private directories, SQLite databases, shared preferences, account-related data, messages, browser artifacts, caches, downloaded files, media references, and other user-generated content. This is usually the primary forensic evidence source.</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algn="r">
                        <a:buNone/>
                      </a:pPr>
                      <a:r>
                        <a:rPr lang="en-US" sz="1400"/>
                        <a: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6572367"/>
                  </a:ext>
                </a:extLst>
              </a:tr>
              <a:tr h="539566">
                <a:tc>
                  <a:txBody>
                    <a:bodyPr/>
                    <a:lstStyle/>
                    <a:p>
                      <a:pPr>
                        <a:buNone/>
                      </a:pPr>
                      <a:r>
                        <a:rPr lang="en-US" sz="1400"/>
                        <a:t>system</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a:t>Contains the core Android operating system, including framework components, system libraries, system apps, configuration files, and other AOSP components needed for Android to operate. Useful for identifying OS version, installed system components, and system configuration.</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r">
                        <a:buNone/>
                      </a:pPr>
                      <a:r>
                        <a:rPr lang="en-US" sz="1400" dirty="0"/>
                        <a: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9845005"/>
                  </a:ext>
                </a:extLst>
              </a:tr>
              <a:tr h="487350">
                <a:tc>
                  <a:txBody>
                    <a:bodyPr/>
                    <a:lstStyle/>
                    <a:p>
                      <a:pPr>
                        <a:buNone/>
                      </a:pPr>
                      <a:r>
                        <a:rPr lang="en-US" sz="1400"/>
                        <a:t>vendor</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dirty="0"/>
                        <a:t>Contains hardware- and manufacturer-specific software, such as HAL implementations, vendor libraries, device configuration, firmware-support files, and hardware-specific services. Useful for understanding device-specific behavior and hardware support.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r">
                        <a:buNone/>
                      </a:pPr>
                      <a:r>
                        <a:rPr lang="en-US" sz="1400"/>
                        <a: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3732883"/>
                  </a:ext>
                </a:extLst>
              </a:tr>
              <a:tr h="435134">
                <a:tc>
                  <a:txBody>
                    <a:bodyPr/>
                    <a:lstStyle/>
                    <a:p>
                      <a:pPr>
                        <a:buNone/>
                      </a:pPr>
                      <a:r>
                        <a:rPr lang="en-US" sz="1400"/>
                        <a:t>product / system_ext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dirty="0"/>
                        <a:t>Contains OEM- or product-specific extensions to Android, including additional system apps, framework extensions, permissions, overlays, configuration, and manufacturer customizations. Helps identify vendor modifications to stock Android.</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r">
                        <a:buNone/>
                      </a:pPr>
                      <a:r>
                        <a:rPr lang="en-US" sz="1400"/>
                        <a: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5284704"/>
                  </a:ext>
                </a:extLst>
              </a:tr>
              <a:tr h="435134">
                <a:tc>
                  <a:txBody>
                    <a:bodyPr/>
                    <a:lstStyle/>
                    <a:p>
                      <a:pPr>
                        <a:buNone/>
                      </a:pPr>
                      <a:r>
                        <a:rPr lang="en-US" sz="1400"/>
                        <a:t>boot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US" sz="1400" dirty="0"/>
                        <a:t>Contains the Linux kernel and boot </a:t>
                      </a:r>
                      <a:r>
                        <a:rPr lang="en-US" sz="1400" dirty="0" err="1"/>
                        <a:t>ramdisk</a:t>
                      </a:r>
                      <a:r>
                        <a:rPr lang="en-US" sz="1400" dirty="0"/>
                        <a:t> used to start Android. The </a:t>
                      </a:r>
                      <a:r>
                        <a:rPr lang="en-US" sz="1400" dirty="0" err="1"/>
                        <a:t>ramdisk</a:t>
                      </a:r>
                      <a:r>
                        <a:rPr lang="en-US" sz="1400" dirty="0"/>
                        <a:t> includes early boot files and initialization logic. Useful for examining boot configuration, kernel version, rooting/modification, and acquisition-related issues.</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r">
                        <a:buNone/>
                      </a:pPr>
                      <a:r>
                        <a:rPr lang="en-US" sz="1400"/>
                        <a: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0196299"/>
                  </a:ext>
                </a:extLst>
              </a:tr>
              <a:tr h="435134">
                <a:tc>
                  <a:txBody>
                    <a:bodyPr/>
                    <a:lstStyle/>
                    <a:p>
                      <a:pPr>
                        <a:buNone/>
                      </a:pPr>
                      <a:r>
                        <a:rPr lang="en-US" sz="1400"/>
                        <a:t>vbmeta</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US" sz="1400" dirty="0"/>
                        <a:t>Stores Android Verified Boot (AVB) metadata, including hashes, signatures, and verification information used to validate boot-related partitions. Useful for determining boot integrity and whether system components may have been modified.</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r">
                        <a:buNone/>
                      </a:pPr>
                      <a:r>
                        <a:rPr lang="en-US" sz="1400"/>
                        <a: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7282786"/>
                  </a:ext>
                </a:extLst>
              </a:tr>
              <a:tr h="487350">
                <a:tc>
                  <a:txBody>
                    <a:bodyPr/>
                    <a:lstStyle/>
                    <a:p>
                      <a:pPr>
                        <a:buNone/>
                      </a:pPr>
                      <a:r>
                        <a:rPr lang="en-US" sz="1400"/>
                        <a:t>metadata</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buNone/>
                      </a:pPr>
                      <a:r>
                        <a:rPr lang="en-US" sz="1400" dirty="0"/>
                        <a:t>Stores storage-management and encryption-related metadata. On modern devices it may support file-based encryption, metadata encryption, checkpointing, and related boot/storage functions. Important when interpreting encrypted devices and acquisition state.</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r">
                        <a:buNone/>
                      </a:pPr>
                      <a:r>
                        <a:rPr lang="en-US" sz="1400"/>
                        <a: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3717785"/>
                  </a:ext>
                </a:extLst>
              </a:tr>
              <a:tr h="487350">
                <a:tc>
                  <a:txBody>
                    <a:bodyPr/>
                    <a:lstStyle/>
                    <a:p>
                      <a:pPr>
                        <a:buNone/>
                      </a:pPr>
                      <a:r>
                        <a:rPr lang="en-US" sz="1400"/>
                        <a:t>super</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400" dirty="0"/>
                        <a:t>A container partition for Dynamic Partitions. It typically holds logical partitions such as system, vendor, product, </a:t>
                      </a:r>
                      <a:r>
                        <a:rPr lang="en-US" sz="1400" dirty="0" err="1"/>
                        <a:t>system_ext</a:t>
                      </a:r>
                      <a:r>
                        <a:rPr lang="en-US" sz="1400" dirty="0"/>
                        <a:t>, and sometimes </a:t>
                      </a:r>
                      <a:r>
                        <a:rPr lang="en-US" sz="1400" dirty="0" err="1"/>
                        <a:t>odm</a:t>
                      </a:r>
                      <a:r>
                        <a:rPr lang="en-US" sz="1400" dirty="0"/>
                        <a:t>. It does not usually contain user evidence directly, but is important for reconstructing the modern Android partition layout.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r">
                        <a:buNone/>
                      </a:pPr>
                      <a:r>
                        <a:rPr lang="en-US" sz="1400"/>
                        <a: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1539990"/>
                  </a:ext>
                </a:extLst>
              </a:tr>
              <a:tr h="435134">
                <a:tc>
                  <a:txBody>
                    <a:bodyPr/>
                    <a:lstStyle/>
                    <a:p>
                      <a:pPr>
                        <a:buNone/>
                      </a:pPr>
                      <a:r>
                        <a:rPr lang="en-US" sz="1400"/>
                        <a:t>misc</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buNone/>
                      </a:pPr>
                      <a:r>
                        <a:rPr lang="en-US" sz="1400" dirty="0"/>
                        <a:t>Stores small boot- and recovery-control information, such as bootloader messages, recovery commands, boot-mode flags, slot-related state, and other device-control metadata. Useful when investigating recovery activity or boot state.</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r">
                        <a:buNone/>
                      </a:pPr>
                      <a:r>
                        <a:rPr lang="en-US" sz="1400" dirty="0"/>
                        <a:t>★★</a:t>
                      </a:r>
                    </a:p>
                  </a:txBody>
                  <a:tcPr marL="17405" marR="17405" marT="8703" marB="8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1729748"/>
                  </a:ext>
                </a:extLst>
              </a:tr>
            </a:tbl>
          </a:graphicData>
        </a:graphic>
      </p:graphicFrame>
    </p:spTree>
    <p:extLst>
      <p:ext uri="{BB962C8B-B14F-4D97-AF65-F5344CB8AC3E}">
        <p14:creationId xmlns:p14="http://schemas.microsoft.com/office/powerpoint/2010/main" val="333043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C4A7C75-5877-E8EA-6C5D-E0F645346079}"/>
              </a:ext>
            </a:extLst>
          </p:cNvPr>
          <p:cNvGraphicFramePr>
            <a:graphicFrameLocks noGrp="1"/>
          </p:cNvGraphicFramePr>
          <p:nvPr>
            <p:extLst>
              <p:ext uri="{D42A27DB-BD31-4B8C-83A1-F6EECF244321}">
                <p14:modId xmlns:p14="http://schemas.microsoft.com/office/powerpoint/2010/main" val="1054724218"/>
              </p:ext>
            </p:extLst>
          </p:nvPr>
        </p:nvGraphicFramePr>
        <p:xfrm>
          <a:off x="838200" y="2079897"/>
          <a:ext cx="10515600" cy="2926080"/>
        </p:xfrm>
        <a:graphic>
          <a:graphicData uri="http://schemas.openxmlformats.org/drawingml/2006/table">
            <a:tbl>
              <a:tblPr>
                <a:tableStyleId>{5940675A-B579-460E-94D1-54222C63F5DA}</a:tableStyleId>
              </a:tblPr>
              <a:tblGrid>
                <a:gridCol w="2205038">
                  <a:extLst>
                    <a:ext uri="{9D8B030D-6E8A-4147-A177-3AD203B41FA5}">
                      <a16:colId xmlns:a16="http://schemas.microsoft.com/office/drawing/2014/main" val="2799596854"/>
                    </a:ext>
                  </a:extLst>
                </a:gridCol>
                <a:gridCol w="6693693">
                  <a:extLst>
                    <a:ext uri="{9D8B030D-6E8A-4147-A177-3AD203B41FA5}">
                      <a16:colId xmlns:a16="http://schemas.microsoft.com/office/drawing/2014/main" val="1242219888"/>
                    </a:ext>
                  </a:extLst>
                </a:gridCol>
                <a:gridCol w="1616869">
                  <a:extLst>
                    <a:ext uri="{9D8B030D-6E8A-4147-A177-3AD203B41FA5}">
                      <a16:colId xmlns:a16="http://schemas.microsoft.com/office/drawing/2014/main" val="3123871069"/>
                    </a:ext>
                  </a:extLst>
                </a:gridCol>
              </a:tblGrid>
              <a:tr h="148833">
                <a:tc>
                  <a:txBody>
                    <a:bodyPr/>
                    <a:lstStyle/>
                    <a:p>
                      <a:pPr rtl="0">
                        <a:buNone/>
                      </a:pPr>
                      <a:r>
                        <a:rPr lang="en-US" b="1">
                          <a:solidFill>
                            <a:srgbClr val="1F1F1F"/>
                          </a:solidFill>
                          <a:effectLst/>
                        </a:rPr>
                        <a:t>Volume / Path</a:t>
                      </a:r>
                      <a:endParaRPr lang="en-US">
                        <a:solidFill>
                          <a:srgbClr val="1F1F1F"/>
                        </a:solidFill>
                        <a:effectLst/>
                        <a:latin typeface="Google Sans Text"/>
                      </a:endParaRPr>
                    </a:p>
                  </a:txBody>
                  <a:tcPr marT="60960" marB="60960" anchor="ctr"/>
                </a:tc>
                <a:tc>
                  <a:txBody>
                    <a:bodyPr/>
                    <a:lstStyle/>
                    <a:p>
                      <a:pPr rtl="0">
                        <a:buNone/>
                      </a:pPr>
                      <a:r>
                        <a:rPr lang="en-US" b="1">
                          <a:solidFill>
                            <a:srgbClr val="1F1F1F"/>
                          </a:solidFill>
                          <a:effectLst/>
                        </a:rPr>
                        <a:t>Description</a:t>
                      </a:r>
                      <a:endParaRPr lang="en-US">
                        <a:solidFill>
                          <a:srgbClr val="1F1F1F"/>
                        </a:solidFill>
                        <a:effectLst/>
                        <a:latin typeface="Google Sans Text"/>
                      </a:endParaRPr>
                    </a:p>
                  </a:txBody>
                  <a:tcPr marT="60960" marB="60960" anchor="ctr"/>
                </a:tc>
                <a:tc>
                  <a:txBody>
                    <a:bodyPr/>
                    <a:lstStyle/>
                    <a:p>
                      <a:pPr rtl="0">
                        <a:buNone/>
                      </a:pPr>
                      <a:r>
                        <a:rPr lang="en-US" b="1">
                          <a:solidFill>
                            <a:srgbClr val="1F1F1F"/>
                          </a:solidFill>
                          <a:effectLst/>
                        </a:rPr>
                        <a:t>Forensic Value</a:t>
                      </a:r>
                      <a:endParaRPr lang="en-US">
                        <a:solidFill>
                          <a:srgbClr val="1F1F1F"/>
                        </a:solidFill>
                        <a:effectLst/>
                        <a:latin typeface="Google Sans Text"/>
                      </a:endParaRPr>
                    </a:p>
                  </a:txBody>
                  <a:tcPr marT="60960" marB="60960" anchor="ctr"/>
                </a:tc>
                <a:extLst>
                  <a:ext uri="{0D108BD9-81ED-4DB2-BD59-A6C34878D82A}">
                    <a16:rowId xmlns:a16="http://schemas.microsoft.com/office/drawing/2014/main" val="3486569140"/>
                  </a:ext>
                </a:extLst>
              </a:tr>
              <a:tr h="251871">
                <a:tc>
                  <a:txBody>
                    <a:bodyPr/>
                    <a:lstStyle/>
                    <a:p>
                      <a:pPr rtl="0">
                        <a:buNone/>
                      </a:pPr>
                      <a:r>
                        <a:rPr lang="en-US" b="1">
                          <a:solidFill>
                            <a:srgbClr val="1F1F1F"/>
                          </a:solidFill>
                          <a:effectLst/>
                        </a:rPr>
                        <a:t>System (</a:t>
                      </a:r>
                      <a:r>
                        <a:rPr lang="en-US" b="1">
                          <a:solidFill>
                            <a:srgbClr val="444746"/>
                          </a:solidFill>
                          <a:effectLst/>
                        </a:rPr>
                        <a:t>/</a:t>
                      </a:r>
                      <a:r>
                        <a:rPr lang="en-US" b="1">
                          <a:solidFill>
                            <a:srgbClr val="1F1F1F"/>
                          </a:solidFill>
                          <a:effectLst/>
                        </a:rPr>
                        <a:t>)</a:t>
                      </a:r>
                      <a:endParaRPr lang="en-US">
                        <a:solidFill>
                          <a:srgbClr val="1F1F1F"/>
                        </a:solidFill>
                        <a:effectLst/>
                        <a:latin typeface="Google Sans Text"/>
                      </a:endParaRPr>
                    </a:p>
                  </a:txBody>
                  <a:tcPr marT="60960" marB="60960" anchor="ctr"/>
                </a:tc>
                <a:tc>
                  <a:txBody>
                    <a:bodyPr/>
                    <a:lstStyle/>
                    <a:p>
                      <a:pPr rtl="0">
                        <a:buNone/>
                      </a:pPr>
                      <a:r>
                        <a:rPr lang="en-GB">
                          <a:solidFill>
                            <a:srgbClr val="1F1F1F"/>
                          </a:solidFill>
                          <a:effectLst/>
                        </a:rPr>
                        <a:t>Contains the core iOS binaries. This partition is cryptographically signed and read-only.</a:t>
                      </a:r>
                      <a:endParaRPr lang="en-GB">
                        <a:solidFill>
                          <a:srgbClr val="1F1F1F"/>
                        </a:solidFill>
                        <a:effectLst/>
                        <a:latin typeface="Google Sans Text"/>
                      </a:endParaRPr>
                    </a:p>
                  </a:txBody>
                  <a:tcPr marT="60960" marB="60960" anchor="ctr"/>
                </a:tc>
                <a:tc>
                  <a:txBody>
                    <a:bodyPr/>
                    <a:lstStyle/>
                    <a:p>
                      <a:pPr rtl="0">
                        <a:buNone/>
                      </a:pPr>
                      <a:r>
                        <a:rPr lang="en-US">
                          <a:solidFill>
                            <a:srgbClr val="1F1F1F"/>
                          </a:solidFill>
                          <a:effectLst/>
                        </a:rPr>
                        <a:t>Low</a:t>
                      </a:r>
                      <a:endParaRPr lang="en-US">
                        <a:solidFill>
                          <a:srgbClr val="1F1F1F"/>
                        </a:solidFill>
                        <a:effectLst/>
                        <a:latin typeface="Google Sans Text"/>
                      </a:endParaRPr>
                    </a:p>
                  </a:txBody>
                  <a:tcPr marT="60960" marB="60960" anchor="ctr"/>
                </a:tc>
                <a:extLst>
                  <a:ext uri="{0D108BD9-81ED-4DB2-BD59-A6C34878D82A}">
                    <a16:rowId xmlns:a16="http://schemas.microsoft.com/office/drawing/2014/main" val="2087511307"/>
                  </a:ext>
                </a:extLst>
              </a:tr>
              <a:tr h="251871">
                <a:tc>
                  <a:txBody>
                    <a:bodyPr/>
                    <a:lstStyle/>
                    <a:p>
                      <a:pPr rtl="0">
                        <a:buNone/>
                      </a:pPr>
                      <a:r>
                        <a:rPr lang="en-US" b="1">
                          <a:solidFill>
                            <a:srgbClr val="1F1F1F"/>
                          </a:solidFill>
                          <a:effectLst/>
                        </a:rPr>
                        <a:t>Data (</a:t>
                      </a:r>
                      <a:r>
                        <a:rPr lang="en-US" b="1">
                          <a:solidFill>
                            <a:srgbClr val="444746"/>
                          </a:solidFill>
                          <a:effectLst/>
                        </a:rPr>
                        <a:t>/private/var</a:t>
                      </a:r>
                      <a:r>
                        <a:rPr lang="en-US" b="1">
                          <a:solidFill>
                            <a:srgbClr val="1F1F1F"/>
                          </a:solidFill>
                          <a:effectLst/>
                        </a:rPr>
                        <a:t>)</a:t>
                      </a:r>
                      <a:endParaRPr lang="en-US">
                        <a:solidFill>
                          <a:srgbClr val="1F1F1F"/>
                        </a:solidFill>
                        <a:effectLst/>
                        <a:latin typeface="Google Sans Text"/>
                      </a:endParaRPr>
                    </a:p>
                  </a:txBody>
                  <a:tcPr marT="60960" marB="60960" anchor="ctr"/>
                </a:tc>
                <a:tc>
                  <a:txBody>
                    <a:bodyPr/>
                    <a:lstStyle/>
                    <a:p>
                      <a:pPr rtl="0">
                        <a:buNone/>
                      </a:pPr>
                      <a:r>
                        <a:rPr lang="en-GB" b="1" dirty="0">
                          <a:solidFill>
                            <a:srgbClr val="1F1F1F"/>
                          </a:solidFill>
                          <a:effectLst/>
                        </a:rPr>
                        <a:t>The Data Partition.</a:t>
                      </a:r>
                      <a:r>
                        <a:rPr lang="en-GB" dirty="0">
                          <a:solidFill>
                            <a:srgbClr val="1F1F1F"/>
                          </a:solidFill>
                          <a:effectLst/>
                        </a:rPr>
                        <a:t> This is where all user content, messages, and third-party app data live. </a:t>
                      </a:r>
                      <a:endParaRPr lang="en-GB" dirty="0">
                        <a:solidFill>
                          <a:srgbClr val="1F1F1F"/>
                        </a:solidFill>
                        <a:effectLst/>
                        <a:latin typeface="Google Sans Text"/>
                      </a:endParaRPr>
                    </a:p>
                  </a:txBody>
                  <a:tcPr marT="60960" marB="60960" anchor="ctr"/>
                </a:tc>
                <a:tc>
                  <a:txBody>
                    <a:bodyPr/>
                    <a:lstStyle/>
                    <a:p>
                      <a:pPr rtl="0">
                        <a:buNone/>
                      </a:pPr>
                      <a:r>
                        <a:rPr lang="en-US" b="1">
                          <a:solidFill>
                            <a:srgbClr val="1F1F1F"/>
                          </a:solidFill>
                          <a:effectLst/>
                        </a:rPr>
                        <a:t>Critical</a:t>
                      </a:r>
                      <a:endParaRPr lang="en-US">
                        <a:solidFill>
                          <a:srgbClr val="1F1F1F"/>
                        </a:solidFill>
                        <a:effectLst/>
                        <a:latin typeface="Google Sans Text"/>
                      </a:endParaRPr>
                    </a:p>
                  </a:txBody>
                  <a:tcPr marT="60960" marB="60960" anchor="ctr"/>
                </a:tc>
                <a:extLst>
                  <a:ext uri="{0D108BD9-81ED-4DB2-BD59-A6C34878D82A}">
                    <a16:rowId xmlns:a16="http://schemas.microsoft.com/office/drawing/2014/main" val="2621781791"/>
                  </a:ext>
                </a:extLst>
              </a:tr>
              <a:tr h="148833">
                <a:tc>
                  <a:txBody>
                    <a:bodyPr/>
                    <a:lstStyle/>
                    <a:p>
                      <a:pPr rtl="0">
                        <a:buNone/>
                      </a:pPr>
                      <a:r>
                        <a:rPr lang="en-US" b="1">
                          <a:solidFill>
                            <a:srgbClr val="1F1F1F"/>
                          </a:solidFill>
                          <a:effectLst/>
                        </a:rPr>
                        <a:t>Preboot</a:t>
                      </a:r>
                      <a:endParaRPr lang="en-US">
                        <a:solidFill>
                          <a:srgbClr val="1F1F1F"/>
                        </a:solidFill>
                        <a:effectLst/>
                        <a:latin typeface="Google Sans Text"/>
                      </a:endParaRPr>
                    </a:p>
                  </a:txBody>
                  <a:tcPr marT="60960" marB="60960" anchor="ctr"/>
                </a:tc>
                <a:tc>
                  <a:txBody>
                    <a:bodyPr/>
                    <a:lstStyle/>
                    <a:p>
                      <a:pPr rtl="0">
                        <a:buNone/>
                      </a:pPr>
                      <a:r>
                        <a:rPr lang="en-GB">
                          <a:solidFill>
                            <a:srgbClr val="1F1F1F"/>
                          </a:solidFill>
                          <a:effectLst/>
                        </a:rPr>
                        <a:t>Contains files needed to boot the OS (Apple Logo, login screen).</a:t>
                      </a:r>
                      <a:endParaRPr lang="en-GB">
                        <a:solidFill>
                          <a:srgbClr val="1F1F1F"/>
                        </a:solidFill>
                        <a:effectLst/>
                        <a:latin typeface="Google Sans Text"/>
                      </a:endParaRPr>
                    </a:p>
                  </a:txBody>
                  <a:tcPr marT="60960" marB="60960" anchor="ctr"/>
                </a:tc>
                <a:tc>
                  <a:txBody>
                    <a:bodyPr/>
                    <a:lstStyle/>
                    <a:p>
                      <a:pPr rtl="0">
                        <a:buNone/>
                      </a:pPr>
                      <a:r>
                        <a:rPr lang="en-US">
                          <a:solidFill>
                            <a:srgbClr val="1F1F1F"/>
                          </a:solidFill>
                          <a:effectLst/>
                        </a:rPr>
                        <a:t>Low</a:t>
                      </a:r>
                      <a:endParaRPr lang="en-US">
                        <a:solidFill>
                          <a:srgbClr val="1F1F1F"/>
                        </a:solidFill>
                        <a:effectLst/>
                        <a:latin typeface="Google Sans Text"/>
                      </a:endParaRPr>
                    </a:p>
                  </a:txBody>
                  <a:tcPr marT="60960" marB="60960" anchor="ctr"/>
                </a:tc>
                <a:extLst>
                  <a:ext uri="{0D108BD9-81ED-4DB2-BD59-A6C34878D82A}">
                    <a16:rowId xmlns:a16="http://schemas.microsoft.com/office/drawing/2014/main" val="3127299256"/>
                  </a:ext>
                </a:extLst>
              </a:tr>
              <a:tr h="148833">
                <a:tc>
                  <a:txBody>
                    <a:bodyPr/>
                    <a:lstStyle/>
                    <a:p>
                      <a:pPr rtl="0">
                        <a:buNone/>
                      </a:pPr>
                      <a:r>
                        <a:rPr lang="en-US" b="1">
                          <a:solidFill>
                            <a:srgbClr val="1F1F1F"/>
                          </a:solidFill>
                          <a:effectLst/>
                        </a:rPr>
                        <a:t>Recovery</a:t>
                      </a:r>
                      <a:endParaRPr lang="en-US">
                        <a:solidFill>
                          <a:srgbClr val="1F1F1F"/>
                        </a:solidFill>
                        <a:effectLst/>
                        <a:latin typeface="Google Sans Text"/>
                      </a:endParaRPr>
                    </a:p>
                  </a:txBody>
                  <a:tcPr marT="60960" marB="60960" anchor="ctr"/>
                </a:tc>
                <a:tc>
                  <a:txBody>
                    <a:bodyPr/>
                    <a:lstStyle/>
                    <a:p>
                      <a:pPr rtl="0">
                        <a:buNone/>
                      </a:pPr>
                      <a:r>
                        <a:rPr lang="en-GB">
                          <a:solidFill>
                            <a:srgbClr val="1F1F1F"/>
                          </a:solidFill>
                          <a:effectLst/>
                        </a:rPr>
                        <a:t>The environment used for "Find My iPhone" wipes or system repairs.</a:t>
                      </a:r>
                      <a:endParaRPr lang="en-GB">
                        <a:solidFill>
                          <a:srgbClr val="1F1F1F"/>
                        </a:solidFill>
                        <a:effectLst/>
                        <a:latin typeface="Google Sans Text"/>
                      </a:endParaRPr>
                    </a:p>
                  </a:txBody>
                  <a:tcPr marT="60960" marB="60960" anchor="ctr"/>
                </a:tc>
                <a:tc>
                  <a:txBody>
                    <a:bodyPr/>
                    <a:lstStyle/>
                    <a:p>
                      <a:pPr rtl="0">
                        <a:buNone/>
                      </a:pPr>
                      <a:r>
                        <a:rPr lang="en-US">
                          <a:solidFill>
                            <a:srgbClr val="1F1F1F"/>
                          </a:solidFill>
                          <a:effectLst/>
                        </a:rPr>
                        <a:t>Low</a:t>
                      </a:r>
                      <a:endParaRPr lang="en-US">
                        <a:solidFill>
                          <a:srgbClr val="1F1F1F"/>
                        </a:solidFill>
                        <a:effectLst/>
                        <a:latin typeface="Google Sans Text"/>
                      </a:endParaRPr>
                    </a:p>
                  </a:txBody>
                  <a:tcPr marT="60960" marB="60960" anchor="ctr"/>
                </a:tc>
                <a:extLst>
                  <a:ext uri="{0D108BD9-81ED-4DB2-BD59-A6C34878D82A}">
                    <a16:rowId xmlns:a16="http://schemas.microsoft.com/office/drawing/2014/main" val="496295439"/>
                  </a:ext>
                </a:extLst>
              </a:tr>
              <a:tr h="148833">
                <a:tc>
                  <a:txBody>
                    <a:bodyPr/>
                    <a:lstStyle/>
                    <a:p>
                      <a:pPr rtl="0">
                        <a:buNone/>
                      </a:pPr>
                      <a:r>
                        <a:rPr lang="en-US" b="1">
                          <a:solidFill>
                            <a:srgbClr val="1F1F1F"/>
                          </a:solidFill>
                          <a:effectLst/>
                        </a:rPr>
                        <a:t>VM</a:t>
                      </a:r>
                      <a:endParaRPr lang="en-US">
                        <a:solidFill>
                          <a:srgbClr val="1F1F1F"/>
                        </a:solidFill>
                        <a:effectLst/>
                        <a:latin typeface="Google Sans Text"/>
                      </a:endParaRPr>
                    </a:p>
                  </a:txBody>
                  <a:tcPr marT="60960" marB="60960" anchor="ctr"/>
                </a:tc>
                <a:tc>
                  <a:txBody>
                    <a:bodyPr/>
                    <a:lstStyle/>
                    <a:p>
                      <a:pPr rtl="0">
                        <a:buNone/>
                      </a:pPr>
                      <a:r>
                        <a:rPr lang="en-GB">
                          <a:solidFill>
                            <a:srgbClr val="1F1F1F"/>
                          </a:solidFill>
                          <a:effectLst/>
                        </a:rPr>
                        <a:t>Virtual Memory / Swap space. (Temporary data).</a:t>
                      </a:r>
                      <a:endParaRPr lang="en-GB">
                        <a:solidFill>
                          <a:srgbClr val="1F1F1F"/>
                        </a:solidFill>
                        <a:effectLst/>
                        <a:latin typeface="Google Sans Text"/>
                      </a:endParaRPr>
                    </a:p>
                  </a:txBody>
                  <a:tcPr marT="60960" marB="60960" anchor="ctr"/>
                </a:tc>
                <a:tc>
                  <a:txBody>
                    <a:bodyPr/>
                    <a:lstStyle/>
                    <a:p>
                      <a:pPr rtl="0">
                        <a:buNone/>
                      </a:pPr>
                      <a:r>
                        <a:rPr lang="en-US" dirty="0">
                          <a:solidFill>
                            <a:srgbClr val="1F1F1F"/>
                          </a:solidFill>
                          <a:effectLst/>
                        </a:rPr>
                        <a:t>Low</a:t>
                      </a:r>
                      <a:endParaRPr lang="en-US" dirty="0">
                        <a:solidFill>
                          <a:srgbClr val="1F1F1F"/>
                        </a:solidFill>
                        <a:effectLst/>
                        <a:latin typeface="Google Sans Text"/>
                      </a:endParaRPr>
                    </a:p>
                  </a:txBody>
                  <a:tcPr marT="60960" marB="60960" anchor="ctr"/>
                </a:tc>
                <a:extLst>
                  <a:ext uri="{0D108BD9-81ED-4DB2-BD59-A6C34878D82A}">
                    <a16:rowId xmlns:a16="http://schemas.microsoft.com/office/drawing/2014/main" val="4236018525"/>
                  </a:ext>
                </a:extLst>
              </a:tr>
            </a:tbl>
          </a:graphicData>
        </a:graphic>
      </p:graphicFrame>
      <p:sp>
        <p:nvSpPr>
          <p:cNvPr id="4" name="TextBox 3">
            <a:extLst>
              <a:ext uri="{FF2B5EF4-FFF2-40B4-BE49-F238E27FC236}">
                <a16:creationId xmlns:a16="http://schemas.microsoft.com/office/drawing/2014/main" id="{A71EE292-2CE5-5479-F30F-C66438B666D9}"/>
              </a:ext>
            </a:extLst>
          </p:cNvPr>
          <p:cNvSpPr txBox="1"/>
          <p:nvPr/>
        </p:nvSpPr>
        <p:spPr>
          <a:xfrm>
            <a:off x="4673798" y="1533406"/>
            <a:ext cx="1955602" cy="369332"/>
          </a:xfrm>
          <a:prstGeom prst="rect">
            <a:avLst/>
          </a:prstGeom>
          <a:noFill/>
        </p:spPr>
        <p:txBody>
          <a:bodyPr wrap="square">
            <a:spAutoFit/>
          </a:bodyPr>
          <a:lstStyle/>
          <a:p>
            <a:r>
              <a:rPr lang="en-US" dirty="0"/>
              <a:t>iOS Partition List</a:t>
            </a:r>
          </a:p>
        </p:txBody>
      </p:sp>
    </p:spTree>
    <p:extLst>
      <p:ext uri="{BB962C8B-B14F-4D97-AF65-F5344CB8AC3E}">
        <p14:creationId xmlns:p14="http://schemas.microsoft.com/office/powerpoint/2010/main" val="2193942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0BD5CC-0BDC-C920-4EC0-AFCAC6417AB8}"/>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21258308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3E885A2-5497-04FA-A68B-799A67F32057}"/>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19232172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13ED7278-B293-AF2F-69E8-BE8B6EFE8FBD}"/>
              </a:ext>
            </a:extLst>
          </p:cNvPr>
          <p:cNvGraphicFramePr>
            <a:graphicFrameLocks noGrp="1"/>
          </p:cNvGraphicFramePr>
          <p:nvPr>
            <p:extLst>
              <p:ext uri="{D42A27DB-BD31-4B8C-83A1-F6EECF244321}">
                <p14:modId xmlns:p14="http://schemas.microsoft.com/office/powerpoint/2010/main" val="2064949760"/>
              </p:ext>
            </p:extLst>
          </p:nvPr>
        </p:nvGraphicFramePr>
        <p:xfrm>
          <a:off x="554182" y="1111221"/>
          <a:ext cx="11083636" cy="4879398"/>
        </p:xfrm>
        <a:graphic>
          <a:graphicData uri="http://schemas.openxmlformats.org/drawingml/2006/table">
            <a:tbl>
              <a:tblPr>
                <a:tableStyleId>{5C22544A-7EE6-4342-B048-85BDC9FD1C3A}</a:tableStyleId>
              </a:tblPr>
              <a:tblGrid>
                <a:gridCol w="1980189">
                  <a:extLst>
                    <a:ext uri="{9D8B030D-6E8A-4147-A177-3AD203B41FA5}">
                      <a16:colId xmlns:a16="http://schemas.microsoft.com/office/drawing/2014/main" val="1903387251"/>
                    </a:ext>
                  </a:extLst>
                </a:gridCol>
                <a:gridCol w="3189248">
                  <a:extLst>
                    <a:ext uri="{9D8B030D-6E8A-4147-A177-3AD203B41FA5}">
                      <a16:colId xmlns:a16="http://schemas.microsoft.com/office/drawing/2014/main" val="4127213341"/>
                    </a:ext>
                  </a:extLst>
                </a:gridCol>
                <a:gridCol w="2051825">
                  <a:extLst>
                    <a:ext uri="{9D8B030D-6E8A-4147-A177-3AD203B41FA5}">
                      <a16:colId xmlns:a16="http://schemas.microsoft.com/office/drawing/2014/main" val="1539581037"/>
                    </a:ext>
                  </a:extLst>
                </a:gridCol>
                <a:gridCol w="3862374">
                  <a:extLst>
                    <a:ext uri="{9D8B030D-6E8A-4147-A177-3AD203B41FA5}">
                      <a16:colId xmlns:a16="http://schemas.microsoft.com/office/drawing/2014/main" val="587619681"/>
                    </a:ext>
                  </a:extLst>
                </a:gridCol>
              </a:tblGrid>
              <a:tr h="212260">
                <a:tc>
                  <a:txBody>
                    <a:bodyPr/>
                    <a:lstStyle/>
                    <a:p>
                      <a:pPr>
                        <a:buNone/>
                      </a:pPr>
                      <a:r>
                        <a:rPr lang="en-US" sz="1600" b="1" dirty="0"/>
                        <a:t>Commercial acquisition method</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b="1"/>
                        <a:t>Typical evidence yield</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b="1"/>
                        <a:t>Root / privilege?</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b="1" dirty="0"/>
                        <a:t>Main limitation</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8352886"/>
                  </a:ext>
                </a:extLst>
              </a:tr>
              <a:tr h="689846">
                <a:tc>
                  <a:txBody>
                    <a:bodyPr/>
                    <a:lstStyle/>
                    <a:p>
                      <a:pPr>
                        <a:buNone/>
                      </a:pPr>
                      <a:r>
                        <a:rPr lang="en-US" sz="1600"/>
                        <a:t>Logical extraction</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b="1" dirty="0"/>
                        <a:t>Low–Medium </a:t>
                      </a:r>
                      <a:r>
                        <a:rPr lang="en-US" sz="1600" dirty="0"/>
                        <a:t>— contacts, calls, messages, media, and data exposed through Android APIs</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a:t>Usually no</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a:t>Limited access to app-private data; little or no deleted data</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9110715"/>
                  </a:ext>
                </a:extLst>
              </a:tr>
              <a:tr h="689846">
                <a:tc>
                  <a:txBody>
                    <a:bodyPr/>
                    <a:lstStyle/>
                    <a:p>
                      <a:pPr>
                        <a:buNone/>
                      </a:pPr>
                      <a:r>
                        <a:rPr lang="en-US" sz="1600"/>
                        <a:t>Agent-based extraction</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b="1" dirty="0"/>
                        <a:t>Medium</a:t>
                      </a:r>
                      <a:r>
                        <a:rPr lang="en-US" sz="1600" dirty="0"/>
                        <a:t> — data collected by a forensic agent running on the device</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a:t>Usually no permanent root</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a:t>Limited by agent permissions/device support; modifies device slightly</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85891"/>
                  </a:ext>
                </a:extLst>
              </a:tr>
              <a:tr h="689846">
                <a:tc>
                  <a:txBody>
                    <a:bodyPr/>
                    <a:lstStyle/>
                    <a:p>
                      <a:pPr>
                        <a:buNone/>
                      </a:pPr>
                      <a:r>
                        <a:rPr lang="en-US" sz="1600"/>
                        <a:t>Temporary root / privilege escalation</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b="1" dirty="0"/>
                        <a:t>High potential </a:t>
                      </a:r>
                      <a:r>
                        <a:rPr lang="en-US" sz="1600" dirty="0"/>
                        <a:t>— enables access to protected /data and app-private files</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a:t>Yes, temporarily</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a:t>Device/version specific; may modify device state; does not automatically defeat encryption</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3015567"/>
                  </a:ext>
                </a:extLst>
              </a:tr>
              <a:tr h="689846">
                <a:tc>
                  <a:txBody>
                    <a:bodyPr/>
                    <a:lstStyle/>
                    <a:p>
                      <a:pPr>
                        <a:buNone/>
                      </a:pPr>
                      <a:r>
                        <a:rPr lang="en-US" sz="1600"/>
                        <a:t>Full File System (FFS)</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b="1" dirty="0"/>
                        <a:t>High</a:t>
                      </a:r>
                      <a:r>
                        <a:rPr lang="en-US" sz="1600" dirty="0"/>
                        <a:t> — app databases, preferences, files, caches, system artifacts</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a:t>Sometimes obtained using root/exploit</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a:t>Usually does not provide all raw/unallocated storage; encryption may still restrict data</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7935720"/>
                  </a:ext>
                </a:extLst>
              </a:tr>
              <a:tr h="530651">
                <a:tc>
                  <a:txBody>
                    <a:bodyPr/>
                    <a:lstStyle/>
                    <a:p>
                      <a:pPr>
                        <a:buNone/>
                      </a:pPr>
                      <a:r>
                        <a:rPr lang="en-US" sz="1600"/>
                        <a:t>Bootloader / chipset-level access</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b="1" dirty="0"/>
                        <a:t>High–Very High </a:t>
                      </a:r>
                      <a:r>
                        <a:rPr lang="en-US" sz="1600" dirty="0"/>
                        <a:t>— deeper filesystem or raw storage access</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a:t>Not necessarily Android root</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a:t>Device/chipset specific; encrypted data may remain encrypted</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3511751"/>
                  </a:ext>
                </a:extLst>
              </a:tr>
              <a:tr h="849042">
                <a:tc>
                  <a:txBody>
                    <a:bodyPr/>
                    <a:lstStyle/>
                    <a:p>
                      <a:pPr>
                        <a:buNone/>
                      </a:pPr>
                      <a:r>
                        <a:rPr lang="en-US" sz="1600"/>
                        <a:t>Physical extraction</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b="1" dirty="0"/>
                        <a:t>Very High </a:t>
                      </a:r>
                      <a:r>
                        <a:rPr lang="en-US" sz="1600" dirty="0"/>
                        <a:t>raw coverage — raw or near-raw flash/storage image</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a:t>Varies</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t>Modern File-Based Encryption can make raw data unusable without keys; acquisition can be complex</a:t>
                      </a:r>
                    </a:p>
                  </a:txBody>
                  <a:tcPr marL="53065" marR="53065" marT="26533" marB="265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4302139"/>
                  </a:ext>
                </a:extLst>
              </a:tr>
            </a:tbl>
          </a:graphicData>
        </a:graphic>
      </p:graphicFrame>
    </p:spTree>
    <p:extLst>
      <p:ext uri="{BB962C8B-B14F-4D97-AF65-F5344CB8AC3E}">
        <p14:creationId xmlns:p14="http://schemas.microsoft.com/office/powerpoint/2010/main" val="359703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73B6D-FBC0-3DEE-5CC0-23D4D5DD30F9}"/>
              </a:ext>
            </a:extLst>
          </p:cNvPr>
          <p:cNvSpPr>
            <a:spLocks noGrp="1"/>
          </p:cNvSpPr>
          <p:nvPr>
            <p:ph type="title"/>
          </p:nvPr>
        </p:nvSpPr>
        <p:spPr/>
        <p:txBody>
          <a:bodyPr/>
          <a:lstStyle/>
          <a:p>
            <a:r>
              <a:rPr lang="en-US" dirty="0"/>
              <a:t>Data Acquisition method used by commercial forensics tools</a:t>
            </a:r>
          </a:p>
        </p:txBody>
      </p:sp>
      <p:sp>
        <p:nvSpPr>
          <p:cNvPr id="3" name="Content Placeholder 2">
            <a:extLst>
              <a:ext uri="{FF2B5EF4-FFF2-40B4-BE49-F238E27FC236}">
                <a16:creationId xmlns:a16="http://schemas.microsoft.com/office/drawing/2014/main" id="{1B5F08B9-0BB9-E2CD-21D2-F60DE3439B64}"/>
              </a:ext>
            </a:extLst>
          </p:cNvPr>
          <p:cNvSpPr>
            <a:spLocks noGrp="1"/>
          </p:cNvSpPr>
          <p:nvPr>
            <p:ph idx="1"/>
          </p:nvPr>
        </p:nvSpPr>
        <p:spPr/>
        <p:txBody>
          <a:bodyPr/>
          <a:lstStyle/>
          <a:p>
            <a:r>
              <a:rPr lang="en-GB" dirty="0"/>
              <a:t>Cellebrite</a:t>
            </a:r>
          </a:p>
          <a:p>
            <a:pPr lvl="1"/>
            <a:r>
              <a:rPr lang="en-GB" dirty="0"/>
              <a:t>Use multiple Android access techniques</a:t>
            </a:r>
          </a:p>
          <a:p>
            <a:pPr lvl="2"/>
            <a:r>
              <a:rPr lang="en-GB" dirty="0"/>
              <a:t>Full File System (FFS) extraction</a:t>
            </a:r>
          </a:p>
          <a:p>
            <a:pPr lvl="2"/>
            <a:r>
              <a:rPr lang="en-GB" dirty="0"/>
              <a:t>Its Advanced ADB documentation described a “unique temporary rooting method.”</a:t>
            </a:r>
          </a:p>
          <a:p>
            <a:r>
              <a:rPr lang="en-GB" dirty="0"/>
              <a:t>Magnet AXIOM </a:t>
            </a:r>
          </a:p>
          <a:p>
            <a:pPr lvl="1"/>
            <a:r>
              <a:rPr lang="en-GB" dirty="0"/>
              <a:t>For a full Android image, if a device is not already rooted, AXIOM may attempt tested rooting methods to gain the required privileged access.</a:t>
            </a:r>
            <a:endParaRPr lang="en-US" dirty="0"/>
          </a:p>
        </p:txBody>
      </p:sp>
    </p:spTree>
    <p:extLst>
      <p:ext uri="{BB962C8B-B14F-4D97-AF65-F5344CB8AC3E}">
        <p14:creationId xmlns:p14="http://schemas.microsoft.com/office/powerpoint/2010/main" val="9944616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DA6231-6EE4-4B4C-AD8B-E8EF9D7862EB}"/>
              </a:ext>
            </a:extLst>
          </p:cNvPr>
          <p:cNvSpPr>
            <a:spLocks noGrp="1"/>
          </p:cNvSpPr>
          <p:nvPr>
            <p:ph type="title"/>
          </p:nvPr>
        </p:nvSpPr>
        <p:spPr/>
        <p:txBody>
          <a:bodyPr/>
          <a:lstStyle/>
          <a:p>
            <a:r>
              <a:rPr lang="en-US" dirty="0"/>
              <a:t>Acquisition Procedure</a:t>
            </a:r>
          </a:p>
        </p:txBody>
      </p:sp>
      <p:sp>
        <p:nvSpPr>
          <p:cNvPr id="5" name="Text Placeholder 4">
            <a:extLst>
              <a:ext uri="{FF2B5EF4-FFF2-40B4-BE49-F238E27FC236}">
                <a16:creationId xmlns:a16="http://schemas.microsoft.com/office/drawing/2014/main" id="{653F56D8-D8A0-48BC-9F4A-DD781FC269C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519588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319F98-BCED-4034-A0D6-A82AAFFCBF88}"/>
              </a:ext>
            </a:extLst>
          </p:cNvPr>
          <p:cNvSpPr>
            <a:spLocks noGrp="1"/>
          </p:cNvSpPr>
          <p:nvPr>
            <p:ph type="title"/>
          </p:nvPr>
        </p:nvSpPr>
        <p:spPr/>
        <p:txBody>
          <a:bodyPr/>
          <a:lstStyle/>
          <a:p>
            <a:r>
              <a:rPr lang="en-US"/>
              <a:t>Mobile Forensics Steps</a:t>
            </a:r>
          </a:p>
        </p:txBody>
      </p:sp>
      <p:sp>
        <p:nvSpPr>
          <p:cNvPr id="5" name="Content Placeholder 4">
            <a:extLst>
              <a:ext uri="{FF2B5EF4-FFF2-40B4-BE49-F238E27FC236}">
                <a16:creationId xmlns:a16="http://schemas.microsoft.com/office/drawing/2014/main" id="{63BD763E-E55D-48EF-9996-7328AB14EE01}"/>
              </a:ext>
            </a:extLst>
          </p:cNvPr>
          <p:cNvSpPr>
            <a:spLocks noGrp="1"/>
          </p:cNvSpPr>
          <p:nvPr>
            <p:ph idx="1"/>
          </p:nvPr>
        </p:nvSpPr>
        <p:spPr/>
        <p:txBody>
          <a:bodyPr/>
          <a:lstStyle/>
          <a:p>
            <a:r>
              <a:rPr lang="en-US"/>
              <a:t>Preparation</a:t>
            </a:r>
          </a:p>
          <a:p>
            <a:r>
              <a:rPr lang="en-US"/>
              <a:t>Seizure</a:t>
            </a:r>
          </a:p>
          <a:p>
            <a:r>
              <a:rPr lang="en-US"/>
              <a:t>Acquisition</a:t>
            </a:r>
          </a:p>
          <a:p>
            <a:r>
              <a:rPr lang="en-US"/>
              <a:t>Analysis</a:t>
            </a:r>
          </a:p>
          <a:p>
            <a:r>
              <a:rPr lang="en-US"/>
              <a:t>Report</a:t>
            </a:r>
          </a:p>
        </p:txBody>
      </p:sp>
    </p:spTree>
    <p:extLst>
      <p:ext uri="{BB962C8B-B14F-4D97-AF65-F5344CB8AC3E}">
        <p14:creationId xmlns:p14="http://schemas.microsoft.com/office/powerpoint/2010/main" val="22563751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72CA2-F40B-4348-AC02-C7D389F13F20}"/>
              </a:ext>
            </a:extLst>
          </p:cNvPr>
          <p:cNvSpPr>
            <a:spLocks noGrp="1"/>
          </p:cNvSpPr>
          <p:nvPr>
            <p:ph type="title"/>
          </p:nvPr>
        </p:nvSpPr>
        <p:spPr/>
        <p:txBody>
          <a:bodyPr/>
          <a:lstStyle/>
          <a:p>
            <a:r>
              <a:rPr lang="en-US"/>
              <a:t>Acquisition</a:t>
            </a:r>
          </a:p>
        </p:txBody>
      </p:sp>
      <p:sp>
        <p:nvSpPr>
          <p:cNvPr id="3" name="Content Placeholder 2">
            <a:extLst>
              <a:ext uri="{FF2B5EF4-FFF2-40B4-BE49-F238E27FC236}">
                <a16:creationId xmlns:a16="http://schemas.microsoft.com/office/drawing/2014/main" id="{A52014BD-2588-463E-A18F-D7F6D955A74D}"/>
              </a:ext>
            </a:extLst>
          </p:cNvPr>
          <p:cNvSpPr>
            <a:spLocks noGrp="1"/>
          </p:cNvSpPr>
          <p:nvPr>
            <p:ph idx="1"/>
          </p:nvPr>
        </p:nvSpPr>
        <p:spPr/>
        <p:txBody>
          <a:bodyPr/>
          <a:lstStyle/>
          <a:p>
            <a:r>
              <a:rPr lang="en-US" dirty="0"/>
              <a:t>Physical acquisition</a:t>
            </a:r>
          </a:p>
          <a:p>
            <a:pPr lvl="1"/>
            <a:r>
              <a:rPr lang="en-US" dirty="0"/>
              <a:t>bit-by-bit copy or disk imaging, tricky</a:t>
            </a:r>
          </a:p>
          <a:p>
            <a:r>
              <a:rPr lang="en-US" dirty="0"/>
              <a:t>Logical acquisition</a:t>
            </a:r>
          </a:p>
          <a:p>
            <a:pPr lvl="1"/>
            <a:r>
              <a:rPr lang="en-GB" dirty="0"/>
              <a:t>extracting the logical storage objects, such as files and directories </a:t>
            </a:r>
          </a:p>
          <a:p>
            <a:pPr lvl="1"/>
            <a:r>
              <a:rPr lang="en-GB" dirty="0"/>
              <a:t>data may be modified</a:t>
            </a:r>
          </a:p>
          <a:p>
            <a:r>
              <a:rPr lang="en-GB" dirty="0"/>
              <a:t>Evidence only (</a:t>
            </a:r>
            <a:r>
              <a:rPr lang="en-US" dirty="0"/>
              <a:t>Logical acquisition</a:t>
            </a:r>
            <a:r>
              <a:rPr lang="en-GB" dirty="0"/>
              <a:t>)</a:t>
            </a:r>
          </a:p>
          <a:p>
            <a:pPr lvl="1"/>
            <a:r>
              <a:rPr lang="en-GB" dirty="0"/>
              <a:t>message, call log, contacts, social apps, GPS, images, videos, and </a:t>
            </a:r>
          </a:p>
          <a:p>
            <a:pPr lvl="1"/>
            <a:r>
              <a:rPr lang="en-GB" dirty="0"/>
              <a:t>other common activities, browser history </a:t>
            </a:r>
            <a:endParaRPr lang="en-US" dirty="0"/>
          </a:p>
          <a:p>
            <a:endParaRPr lang="en-US" dirty="0"/>
          </a:p>
        </p:txBody>
      </p:sp>
    </p:spTree>
    <p:extLst>
      <p:ext uri="{BB962C8B-B14F-4D97-AF65-F5344CB8AC3E}">
        <p14:creationId xmlns:p14="http://schemas.microsoft.com/office/powerpoint/2010/main" val="1000008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1789</TotalTime>
  <Words>3788</Words>
  <Application>Microsoft Office PowerPoint</Application>
  <PresentationFormat>Widescreen</PresentationFormat>
  <Paragraphs>426</Paragraphs>
  <Slides>43</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Google Sans</vt:lpstr>
      <vt:lpstr>Google Sans Text</vt:lpstr>
      <vt:lpstr>Proximanova Regular</vt:lpstr>
      <vt:lpstr>Aptos</vt:lpstr>
      <vt:lpstr>Arial</vt:lpstr>
      <vt:lpstr>Calibri</vt:lpstr>
      <vt:lpstr>Calibri Light</vt:lpstr>
      <vt:lpstr>Roboto</vt:lpstr>
      <vt:lpstr>Office Theme</vt:lpstr>
      <vt:lpstr>Investigating Pixel Device </vt:lpstr>
      <vt:lpstr>PowerPoint Presentation</vt:lpstr>
      <vt:lpstr>PowerPoint Presentation</vt:lpstr>
      <vt:lpstr>PowerPoint Presentation</vt:lpstr>
      <vt:lpstr>Introduction to Android</vt:lpstr>
      <vt:lpstr>What is Android?</vt:lpstr>
      <vt:lpstr>Google controls AOSP</vt:lpstr>
      <vt:lpstr>PowerPoint Presentation</vt:lpstr>
      <vt:lpstr>Other Android Attributes</vt:lpstr>
      <vt:lpstr>Codename, Version, API, hardware codename</vt:lpstr>
      <vt:lpstr>Source code tags and builds</vt:lpstr>
      <vt:lpstr>What is Stock Android and Android Skins?</vt:lpstr>
      <vt:lpstr>Stock Android</vt:lpstr>
      <vt:lpstr>Android Architecture</vt:lpstr>
      <vt:lpstr>PowerPoint Presentation</vt:lpstr>
      <vt:lpstr>PowerPoint Presentation</vt:lpstr>
      <vt:lpstr>PowerPoint Presentation</vt:lpstr>
      <vt:lpstr>Android RunTime (ART)</vt:lpstr>
      <vt:lpstr>Android Booting Process </vt:lpstr>
      <vt:lpstr>Android booting process needs multiple stages</vt:lpstr>
      <vt:lpstr>The "Snowball Effect" Strategy</vt:lpstr>
      <vt:lpstr>PowerPoint Presentation</vt:lpstr>
      <vt:lpstr>1. Boot ROM (Read-only Memory) </vt:lpstr>
      <vt:lpstr>2. Bootloader</vt:lpstr>
      <vt:lpstr>PowerPoint Presentation</vt:lpstr>
      <vt:lpstr>PowerPoint Presentation</vt:lpstr>
      <vt:lpstr>3. The Linux kernel</vt:lpstr>
      <vt:lpstr>4. The init process</vt:lpstr>
      <vt:lpstr>5. Zygote and ART</vt:lpstr>
      <vt:lpstr>6. The system server</vt:lpstr>
      <vt:lpstr>7. System UI</vt:lpstr>
      <vt:lpstr>Android Partition Layout</vt:lpstr>
      <vt:lpstr>PowerPoint Presentation</vt:lpstr>
      <vt:lpstr>Mental model</vt:lpstr>
      <vt:lpstr>PowerPoint Presentation</vt:lpstr>
      <vt:lpstr>PowerPoint Presentation</vt:lpstr>
      <vt:lpstr>PowerPoint Presentation</vt:lpstr>
      <vt:lpstr>PowerPoint Presentation</vt:lpstr>
      <vt:lpstr>PowerPoint Presentation</vt:lpstr>
      <vt:lpstr>Data Acquisition method used by commercial forensics tools</vt:lpstr>
      <vt:lpstr>Acquisition Procedure</vt:lpstr>
      <vt:lpstr>Mobile Forensics Steps</vt:lpstr>
      <vt:lpstr>Acquisition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Installing Visual Studio Code</dc:title>
  <dc:creator>Weifeng Xu</dc:creator>
  <cp:lastModifiedBy>Weifeng Xu</cp:lastModifiedBy>
  <cp:revision>6</cp:revision>
  <dcterms:created xsi:type="dcterms:W3CDTF">2021-01-18T02:02:41Z</dcterms:created>
  <dcterms:modified xsi:type="dcterms:W3CDTF">2026-09-24T21:54:09Z</dcterms:modified>
</cp:coreProperties>
</file>